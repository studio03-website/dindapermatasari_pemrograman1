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8288000" cy="10287000"/>
  <p:notesSz cx="6858000" cy="9144000"/>
  <p:embeddedFontLst>
    <p:embeddedFont>
      <p:font typeface="MS Gothic" panose="020B0609070205080204" pitchFamily="49" charset="-128"/>
      <p:regular r:id="rId12"/>
    </p:embeddedFont>
    <p:embeddedFont>
      <p:font typeface="Bookman Old Style" panose="02050604050505020204" pitchFamily="18" charset="0"/>
      <p:regular r:id="rId13"/>
      <p:bold r:id="rId14"/>
      <p:italic r:id="rId15"/>
      <p:boldItalic r:id="rId16"/>
    </p:embeddedFont>
    <p:embeddedFont>
      <p:font typeface="Calibri" panose="020F0502020204030204" pitchFamily="34" charset="0"/>
      <p:regular r:id="rId17"/>
      <p:bold r:id="rId18"/>
      <p:italic r:id="rId19"/>
      <p:boldItalic r:id="rId20"/>
    </p:embeddedFont>
    <p:embeddedFont>
      <p:font typeface="Canva Sans" panose="020B0604020202020204" charset="0"/>
      <p:regular r:id="rId21"/>
    </p:embeddedFont>
    <p:embeddedFont>
      <p:font typeface="Cubao" panose="020B0604020202020204" charset="0"/>
      <p:regular r:id="rId22"/>
    </p:embeddedFont>
    <p:embeddedFont>
      <p:font typeface="MS Reference Sans Serif" panose="020B0604030504040204" pitchFamily="34" charset="0"/>
      <p:regular r:id="rId23"/>
    </p:embeddedFont>
    <p:embeddedFont>
      <p:font typeface="MV Boli" panose="02000500030200090000" pitchFamily="2" charset="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4" d="100"/>
          <a:sy n="54" d="100"/>
        </p:scale>
        <p:origin x="754" y="16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10.fntdata"/><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3.fntdata"/><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font" Target="fonts/font12.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font" Target="fonts/font11.fntdata"/><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10" Type="http://schemas.openxmlformats.org/officeDocument/2006/relationships/image" Target="../media/image9.svg"/><Relationship Id="rId4" Type="http://schemas.openxmlformats.org/officeDocument/2006/relationships/image" Target="../media/image3.pn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svg"/><Relationship Id="rId3" Type="http://schemas.openxmlformats.org/officeDocument/2006/relationships/image" Target="../media/image4.svg"/><Relationship Id="rId7" Type="http://schemas.openxmlformats.org/officeDocument/2006/relationships/image" Target="../media/image9.svg"/><Relationship Id="rId12" Type="http://schemas.openxmlformats.org/officeDocument/2006/relationships/image" Target="../media/image14.png"/><Relationship Id="rId17" Type="http://schemas.openxmlformats.org/officeDocument/2006/relationships/image" Target="../media/image19.svg"/><Relationship Id="rId2" Type="http://schemas.openxmlformats.org/officeDocument/2006/relationships/image" Target="../media/image3.png"/><Relationship Id="rId16"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8.png"/><Relationship Id="rId11" Type="http://schemas.openxmlformats.org/officeDocument/2006/relationships/image" Target="../media/image13.svg"/><Relationship Id="rId5" Type="http://schemas.openxmlformats.org/officeDocument/2006/relationships/image" Target="../media/image2.svg"/><Relationship Id="rId15" Type="http://schemas.openxmlformats.org/officeDocument/2006/relationships/image" Target="../media/image17.svg"/><Relationship Id="rId10" Type="http://schemas.openxmlformats.org/officeDocument/2006/relationships/image" Target="../media/image12.png"/><Relationship Id="rId4" Type="http://schemas.openxmlformats.org/officeDocument/2006/relationships/image" Target="../media/image1.png"/><Relationship Id="rId9" Type="http://schemas.openxmlformats.org/officeDocument/2006/relationships/image" Target="../media/image11.svg"/><Relationship Id="rId14" Type="http://schemas.openxmlformats.org/officeDocument/2006/relationships/image" Target="../media/image16.png"/></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7.svg"/><Relationship Id="rId18" Type="http://schemas.openxmlformats.org/officeDocument/2006/relationships/image" Target="../media/image20.png"/><Relationship Id="rId3" Type="http://schemas.openxmlformats.org/officeDocument/2006/relationships/image" Target="../media/image2.svg"/><Relationship Id="rId7" Type="http://schemas.openxmlformats.org/officeDocument/2006/relationships/image" Target="../media/image13.svg"/><Relationship Id="rId12" Type="http://schemas.openxmlformats.org/officeDocument/2006/relationships/image" Target="../media/image16.png"/><Relationship Id="rId17" Type="http://schemas.openxmlformats.org/officeDocument/2006/relationships/image" Target="../media/image11.svg"/><Relationship Id="rId2" Type="http://schemas.openxmlformats.org/officeDocument/2006/relationships/image" Target="../media/image1.png"/><Relationship Id="rId16"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12.png"/><Relationship Id="rId11" Type="http://schemas.openxmlformats.org/officeDocument/2006/relationships/image" Target="../media/image15.svg"/><Relationship Id="rId5" Type="http://schemas.openxmlformats.org/officeDocument/2006/relationships/image" Target="../media/image4.svg"/><Relationship Id="rId15" Type="http://schemas.openxmlformats.org/officeDocument/2006/relationships/image" Target="../media/image19.svg"/><Relationship Id="rId10" Type="http://schemas.openxmlformats.org/officeDocument/2006/relationships/image" Target="../media/image14.png"/><Relationship Id="rId4" Type="http://schemas.openxmlformats.org/officeDocument/2006/relationships/image" Target="../media/image3.png"/><Relationship Id="rId9" Type="http://schemas.openxmlformats.org/officeDocument/2006/relationships/image" Target="../media/image9.svg"/><Relationship Id="rId14" Type="http://schemas.openxmlformats.org/officeDocument/2006/relationships/image" Target="../media/image18.png"/></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7.svg"/><Relationship Id="rId18" Type="http://schemas.openxmlformats.org/officeDocument/2006/relationships/image" Target="../media/image21.png"/><Relationship Id="rId3" Type="http://schemas.openxmlformats.org/officeDocument/2006/relationships/image" Target="../media/image2.svg"/><Relationship Id="rId7" Type="http://schemas.openxmlformats.org/officeDocument/2006/relationships/image" Target="../media/image13.svg"/><Relationship Id="rId12" Type="http://schemas.openxmlformats.org/officeDocument/2006/relationships/image" Target="../media/image16.png"/><Relationship Id="rId17" Type="http://schemas.openxmlformats.org/officeDocument/2006/relationships/image" Target="../media/image19.svg"/><Relationship Id="rId2" Type="http://schemas.openxmlformats.org/officeDocument/2006/relationships/image" Target="../media/image1.png"/><Relationship Id="rId16"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12.png"/><Relationship Id="rId11" Type="http://schemas.openxmlformats.org/officeDocument/2006/relationships/image" Target="../media/image15.svg"/><Relationship Id="rId5" Type="http://schemas.openxmlformats.org/officeDocument/2006/relationships/image" Target="../media/image4.svg"/><Relationship Id="rId15" Type="http://schemas.openxmlformats.org/officeDocument/2006/relationships/image" Target="../media/image11.svg"/><Relationship Id="rId10" Type="http://schemas.openxmlformats.org/officeDocument/2006/relationships/image" Target="../media/image14.png"/><Relationship Id="rId4" Type="http://schemas.openxmlformats.org/officeDocument/2006/relationships/image" Target="../media/image3.png"/><Relationship Id="rId9" Type="http://schemas.openxmlformats.org/officeDocument/2006/relationships/image" Target="../media/image9.svg"/><Relationship Id="rId14" Type="http://schemas.openxmlformats.org/officeDocument/2006/relationships/image" Target="../media/image10.png"/></Relationships>
</file>

<file path=ppt/slides/_rels/slide5.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7.svg"/><Relationship Id="rId18" Type="http://schemas.openxmlformats.org/officeDocument/2006/relationships/image" Target="../media/image22.png"/><Relationship Id="rId3" Type="http://schemas.openxmlformats.org/officeDocument/2006/relationships/image" Target="../media/image2.svg"/><Relationship Id="rId7" Type="http://schemas.openxmlformats.org/officeDocument/2006/relationships/image" Target="../media/image13.svg"/><Relationship Id="rId12" Type="http://schemas.openxmlformats.org/officeDocument/2006/relationships/image" Target="../media/image16.png"/><Relationship Id="rId17" Type="http://schemas.openxmlformats.org/officeDocument/2006/relationships/image" Target="../media/image19.svg"/><Relationship Id="rId2" Type="http://schemas.openxmlformats.org/officeDocument/2006/relationships/image" Target="../media/image1.png"/><Relationship Id="rId16"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12.png"/><Relationship Id="rId11" Type="http://schemas.openxmlformats.org/officeDocument/2006/relationships/image" Target="../media/image15.svg"/><Relationship Id="rId5" Type="http://schemas.openxmlformats.org/officeDocument/2006/relationships/image" Target="../media/image4.svg"/><Relationship Id="rId15" Type="http://schemas.openxmlformats.org/officeDocument/2006/relationships/image" Target="../media/image11.svg"/><Relationship Id="rId10" Type="http://schemas.openxmlformats.org/officeDocument/2006/relationships/image" Target="../media/image14.png"/><Relationship Id="rId4" Type="http://schemas.openxmlformats.org/officeDocument/2006/relationships/image" Target="../media/image3.png"/><Relationship Id="rId9" Type="http://schemas.openxmlformats.org/officeDocument/2006/relationships/image" Target="../media/image9.svg"/><Relationship Id="rId14" Type="http://schemas.openxmlformats.org/officeDocument/2006/relationships/image" Target="../media/image10.png"/></Relationships>
</file>

<file path=ppt/slides/_rels/slide6.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7.svg"/><Relationship Id="rId18" Type="http://schemas.openxmlformats.org/officeDocument/2006/relationships/image" Target="../media/image23.png"/><Relationship Id="rId3" Type="http://schemas.openxmlformats.org/officeDocument/2006/relationships/image" Target="../media/image2.svg"/><Relationship Id="rId7" Type="http://schemas.openxmlformats.org/officeDocument/2006/relationships/image" Target="../media/image13.svg"/><Relationship Id="rId12" Type="http://schemas.openxmlformats.org/officeDocument/2006/relationships/image" Target="../media/image16.png"/><Relationship Id="rId17" Type="http://schemas.openxmlformats.org/officeDocument/2006/relationships/image" Target="../media/image19.svg"/><Relationship Id="rId2" Type="http://schemas.openxmlformats.org/officeDocument/2006/relationships/image" Target="../media/image1.png"/><Relationship Id="rId16"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12.png"/><Relationship Id="rId11" Type="http://schemas.openxmlformats.org/officeDocument/2006/relationships/image" Target="../media/image15.svg"/><Relationship Id="rId5" Type="http://schemas.openxmlformats.org/officeDocument/2006/relationships/image" Target="../media/image4.svg"/><Relationship Id="rId15" Type="http://schemas.openxmlformats.org/officeDocument/2006/relationships/image" Target="../media/image11.svg"/><Relationship Id="rId10" Type="http://schemas.openxmlformats.org/officeDocument/2006/relationships/image" Target="../media/image14.png"/><Relationship Id="rId4" Type="http://schemas.openxmlformats.org/officeDocument/2006/relationships/image" Target="../media/image3.png"/><Relationship Id="rId9" Type="http://schemas.openxmlformats.org/officeDocument/2006/relationships/image" Target="../media/image9.svg"/><Relationship Id="rId14" Type="http://schemas.openxmlformats.org/officeDocument/2006/relationships/image" Target="../media/image10.png"/></Relationships>
</file>

<file path=ppt/slides/_rels/slide7.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7.svg"/><Relationship Id="rId18" Type="http://schemas.openxmlformats.org/officeDocument/2006/relationships/image" Target="../media/image24.png"/><Relationship Id="rId3" Type="http://schemas.openxmlformats.org/officeDocument/2006/relationships/image" Target="../media/image2.svg"/><Relationship Id="rId7" Type="http://schemas.openxmlformats.org/officeDocument/2006/relationships/image" Target="../media/image13.svg"/><Relationship Id="rId12" Type="http://schemas.openxmlformats.org/officeDocument/2006/relationships/image" Target="../media/image16.png"/><Relationship Id="rId17" Type="http://schemas.openxmlformats.org/officeDocument/2006/relationships/image" Target="../media/image11.svg"/><Relationship Id="rId2" Type="http://schemas.openxmlformats.org/officeDocument/2006/relationships/image" Target="../media/image1.png"/><Relationship Id="rId16"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12.png"/><Relationship Id="rId11" Type="http://schemas.openxmlformats.org/officeDocument/2006/relationships/image" Target="../media/image15.svg"/><Relationship Id="rId5" Type="http://schemas.openxmlformats.org/officeDocument/2006/relationships/image" Target="../media/image4.svg"/><Relationship Id="rId15" Type="http://schemas.openxmlformats.org/officeDocument/2006/relationships/image" Target="../media/image19.svg"/><Relationship Id="rId10" Type="http://schemas.openxmlformats.org/officeDocument/2006/relationships/image" Target="../media/image14.png"/><Relationship Id="rId4" Type="http://schemas.openxmlformats.org/officeDocument/2006/relationships/image" Target="../media/image3.png"/><Relationship Id="rId9" Type="http://schemas.openxmlformats.org/officeDocument/2006/relationships/image" Target="../media/image9.svg"/><Relationship Id="rId14" Type="http://schemas.openxmlformats.org/officeDocument/2006/relationships/image" Target="../media/image18.png"/></Relationships>
</file>

<file path=ppt/slides/_rels/slide8.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7.svg"/><Relationship Id="rId18" Type="http://schemas.openxmlformats.org/officeDocument/2006/relationships/image" Target="../media/image25.png"/><Relationship Id="rId3" Type="http://schemas.openxmlformats.org/officeDocument/2006/relationships/image" Target="../media/image2.svg"/><Relationship Id="rId7" Type="http://schemas.openxmlformats.org/officeDocument/2006/relationships/image" Target="../media/image13.svg"/><Relationship Id="rId12" Type="http://schemas.openxmlformats.org/officeDocument/2006/relationships/image" Target="../media/image16.png"/><Relationship Id="rId17" Type="http://schemas.openxmlformats.org/officeDocument/2006/relationships/image" Target="../media/image11.svg"/><Relationship Id="rId2" Type="http://schemas.openxmlformats.org/officeDocument/2006/relationships/image" Target="../media/image1.png"/><Relationship Id="rId16"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12.png"/><Relationship Id="rId11" Type="http://schemas.openxmlformats.org/officeDocument/2006/relationships/image" Target="../media/image15.svg"/><Relationship Id="rId5" Type="http://schemas.openxmlformats.org/officeDocument/2006/relationships/image" Target="../media/image4.svg"/><Relationship Id="rId15" Type="http://schemas.openxmlformats.org/officeDocument/2006/relationships/image" Target="../media/image19.svg"/><Relationship Id="rId10" Type="http://schemas.openxmlformats.org/officeDocument/2006/relationships/image" Target="../media/image14.png"/><Relationship Id="rId4" Type="http://schemas.openxmlformats.org/officeDocument/2006/relationships/image" Target="../media/image3.png"/><Relationship Id="rId9" Type="http://schemas.openxmlformats.org/officeDocument/2006/relationships/image" Target="../media/image9.svg"/><Relationship Id="rId14" Type="http://schemas.openxmlformats.org/officeDocument/2006/relationships/image" Target="../media/image18.png"/></Relationships>
</file>

<file path=ppt/slides/_rels/slide9.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7.svg"/><Relationship Id="rId3" Type="http://schemas.openxmlformats.org/officeDocument/2006/relationships/image" Target="../media/image2.svg"/><Relationship Id="rId7" Type="http://schemas.openxmlformats.org/officeDocument/2006/relationships/image" Target="../media/image13.svg"/><Relationship Id="rId12" Type="http://schemas.openxmlformats.org/officeDocument/2006/relationships/image" Target="../media/image16.png"/><Relationship Id="rId17" Type="http://schemas.openxmlformats.org/officeDocument/2006/relationships/image" Target="../media/image11.svg"/><Relationship Id="rId2" Type="http://schemas.openxmlformats.org/officeDocument/2006/relationships/image" Target="../media/image1.png"/><Relationship Id="rId16"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12.png"/><Relationship Id="rId11" Type="http://schemas.openxmlformats.org/officeDocument/2006/relationships/image" Target="../media/image15.svg"/><Relationship Id="rId5" Type="http://schemas.openxmlformats.org/officeDocument/2006/relationships/image" Target="../media/image4.svg"/><Relationship Id="rId15" Type="http://schemas.openxmlformats.org/officeDocument/2006/relationships/image" Target="../media/image19.svg"/><Relationship Id="rId10" Type="http://schemas.openxmlformats.org/officeDocument/2006/relationships/image" Target="../media/image14.png"/><Relationship Id="rId4" Type="http://schemas.openxmlformats.org/officeDocument/2006/relationships/image" Target="../media/image3.png"/><Relationship Id="rId9" Type="http://schemas.openxmlformats.org/officeDocument/2006/relationships/image" Target="../media/image9.svg"/><Relationship Id="rId14" Type="http://schemas.openxmlformats.org/officeDocument/2006/relationships/image" Target="../media/image18.png"/></Relationships>
</file>

<file path=ppt/slides/_rels/slide10.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10" Type="http://schemas.openxmlformats.org/officeDocument/2006/relationships/image" Target="../media/image9.svg"/><Relationship Id="rId4" Type="http://schemas.openxmlformats.org/officeDocument/2006/relationships/image" Target="../media/image3.png"/><Relationship Id="rId9"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C3E7FC">
                <a:alpha val="100000"/>
              </a:srgbClr>
            </a:gs>
            <a:gs pos="100000">
              <a:srgbClr val="2F3659">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Freeform 2"/>
          <p:cNvSpPr/>
          <p:nvPr/>
        </p:nvSpPr>
        <p:spPr>
          <a:xfrm>
            <a:off x="-361360" y="2090909"/>
            <a:ext cx="19010720" cy="5219568"/>
          </a:xfrm>
          <a:custGeom>
            <a:avLst/>
            <a:gdLst/>
            <a:ahLst/>
            <a:cxnLst/>
            <a:rect l="l" t="t" r="r" b="b"/>
            <a:pathLst>
              <a:path w="19010720" h="5219568">
                <a:moveTo>
                  <a:pt x="0" y="0"/>
                </a:moveTo>
                <a:lnTo>
                  <a:pt x="19010720" y="0"/>
                </a:lnTo>
                <a:lnTo>
                  <a:pt x="19010720" y="5219568"/>
                </a:lnTo>
                <a:lnTo>
                  <a:pt x="0" y="521956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1562147" y="7078862"/>
            <a:ext cx="21205933" cy="8243149"/>
            <a:chOff x="0" y="0"/>
            <a:chExt cx="5585102" cy="2171035"/>
          </a:xfrm>
        </p:grpSpPr>
        <p:sp>
          <p:nvSpPr>
            <p:cNvPr id="4" name="Freeform 4"/>
            <p:cNvSpPr/>
            <p:nvPr/>
          </p:nvSpPr>
          <p:spPr>
            <a:xfrm>
              <a:off x="0" y="0"/>
              <a:ext cx="5585102" cy="2171035"/>
            </a:xfrm>
            <a:custGeom>
              <a:avLst/>
              <a:gdLst/>
              <a:ahLst/>
              <a:cxnLst/>
              <a:rect l="l" t="t" r="r" b="b"/>
              <a:pathLst>
                <a:path w="5585102" h="2171035">
                  <a:moveTo>
                    <a:pt x="0" y="0"/>
                  </a:moveTo>
                  <a:lnTo>
                    <a:pt x="5585102" y="0"/>
                  </a:lnTo>
                  <a:lnTo>
                    <a:pt x="5585102" y="2171035"/>
                  </a:lnTo>
                  <a:lnTo>
                    <a:pt x="0" y="2171035"/>
                  </a:lnTo>
                  <a:close/>
                </a:path>
              </a:pathLst>
            </a:custGeom>
            <a:solidFill>
              <a:srgbClr val="3E3B39"/>
            </a:solidFill>
          </p:spPr>
        </p:sp>
        <p:sp>
          <p:nvSpPr>
            <p:cNvPr id="5" name="TextBox 5"/>
            <p:cNvSpPr txBox="1"/>
            <p:nvPr/>
          </p:nvSpPr>
          <p:spPr>
            <a:xfrm>
              <a:off x="0" y="-9525"/>
              <a:ext cx="5585102" cy="2180560"/>
            </a:xfrm>
            <a:prstGeom prst="rect">
              <a:avLst/>
            </a:prstGeom>
          </p:spPr>
          <p:txBody>
            <a:bodyPr lIns="50800" tIns="50800" rIns="50800" bIns="50800" rtlCol="0" anchor="ctr"/>
            <a:lstStyle/>
            <a:p>
              <a:pPr algn="ctr">
                <a:lnSpc>
                  <a:spcPts val="2363"/>
                </a:lnSpc>
              </a:pPr>
              <a:endParaRPr/>
            </a:p>
          </p:txBody>
        </p:sp>
      </p:grpSp>
      <p:sp>
        <p:nvSpPr>
          <p:cNvPr id="6" name="Freeform 6"/>
          <p:cNvSpPr/>
          <p:nvPr/>
        </p:nvSpPr>
        <p:spPr>
          <a:xfrm>
            <a:off x="14224926" y="-395859"/>
            <a:ext cx="4424434" cy="2501816"/>
          </a:xfrm>
          <a:custGeom>
            <a:avLst/>
            <a:gdLst/>
            <a:ahLst/>
            <a:cxnLst/>
            <a:rect l="l" t="t" r="r" b="b"/>
            <a:pathLst>
              <a:path w="4424434" h="2501816">
                <a:moveTo>
                  <a:pt x="0" y="0"/>
                </a:moveTo>
                <a:lnTo>
                  <a:pt x="4424434" y="0"/>
                </a:lnTo>
                <a:lnTo>
                  <a:pt x="4424434" y="2501816"/>
                </a:lnTo>
                <a:lnTo>
                  <a:pt x="0" y="2501816"/>
                </a:lnTo>
                <a:lnTo>
                  <a:pt x="0" y="0"/>
                </a:lnTo>
                <a:close/>
              </a:path>
            </a:pathLst>
          </a:custGeom>
          <a:blipFill>
            <a:blip r:embed="rId4">
              <a:alphaModFix amt="25000"/>
              <a:extLst>
                <a:ext uri="{96DAC541-7B7A-43D3-8B79-37D633B846F1}">
                  <asvg:svgBlip xmlns:asvg="http://schemas.microsoft.com/office/drawing/2016/SVG/main" r:embed="rId5"/>
                </a:ext>
              </a:extLst>
            </a:blip>
            <a:stretch>
              <a:fillRect/>
            </a:stretch>
          </a:blipFill>
        </p:spPr>
      </p:sp>
      <p:sp>
        <p:nvSpPr>
          <p:cNvPr id="7" name="Freeform 7"/>
          <p:cNvSpPr/>
          <p:nvPr/>
        </p:nvSpPr>
        <p:spPr>
          <a:xfrm flipH="1">
            <a:off x="-1318173" y="2069925"/>
            <a:ext cx="3871000" cy="2188874"/>
          </a:xfrm>
          <a:custGeom>
            <a:avLst/>
            <a:gdLst/>
            <a:ahLst/>
            <a:cxnLst/>
            <a:rect l="l" t="t" r="r" b="b"/>
            <a:pathLst>
              <a:path w="3871000" h="2188874">
                <a:moveTo>
                  <a:pt x="3870999" y="0"/>
                </a:moveTo>
                <a:lnTo>
                  <a:pt x="0" y="0"/>
                </a:lnTo>
                <a:lnTo>
                  <a:pt x="0" y="2188874"/>
                </a:lnTo>
                <a:lnTo>
                  <a:pt x="3870999" y="2188874"/>
                </a:lnTo>
                <a:lnTo>
                  <a:pt x="3870999" y="0"/>
                </a:lnTo>
                <a:close/>
              </a:path>
            </a:pathLst>
          </a:custGeom>
          <a:blipFill>
            <a:blip r:embed="rId4">
              <a:alphaModFix amt="25000"/>
              <a:extLst>
                <a:ext uri="{96DAC541-7B7A-43D3-8B79-37D633B846F1}">
                  <asvg:svgBlip xmlns:asvg="http://schemas.microsoft.com/office/drawing/2016/SVG/main" r:embed="rId5"/>
                </a:ext>
              </a:extLst>
            </a:blip>
            <a:stretch>
              <a:fillRect/>
            </a:stretch>
          </a:blipFill>
        </p:spPr>
      </p:sp>
      <p:grpSp>
        <p:nvGrpSpPr>
          <p:cNvPr id="8" name="Group 8"/>
          <p:cNvGrpSpPr/>
          <p:nvPr/>
        </p:nvGrpSpPr>
        <p:grpSpPr>
          <a:xfrm>
            <a:off x="553409" y="8615851"/>
            <a:ext cx="17181183" cy="110498"/>
            <a:chOff x="0" y="0"/>
            <a:chExt cx="22908243" cy="147331"/>
          </a:xfrm>
        </p:grpSpPr>
        <p:grpSp>
          <p:nvGrpSpPr>
            <p:cNvPr id="9" name="Group 9"/>
            <p:cNvGrpSpPr/>
            <p:nvPr/>
          </p:nvGrpSpPr>
          <p:grpSpPr>
            <a:xfrm>
              <a:off x="0" y="0"/>
              <a:ext cx="3092220" cy="147331"/>
              <a:chOff x="0" y="0"/>
              <a:chExt cx="610809" cy="29102"/>
            </a:xfrm>
          </p:grpSpPr>
          <p:sp>
            <p:nvSpPr>
              <p:cNvPr id="10" name="Freeform 10"/>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sp>
          <p:sp>
            <p:nvSpPr>
              <p:cNvPr id="11" name="TextBox 11"/>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12" name="Group 12"/>
            <p:cNvGrpSpPr/>
            <p:nvPr/>
          </p:nvGrpSpPr>
          <p:grpSpPr>
            <a:xfrm>
              <a:off x="3968711" y="0"/>
              <a:ext cx="3092220" cy="147331"/>
              <a:chOff x="0" y="0"/>
              <a:chExt cx="610809" cy="29102"/>
            </a:xfrm>
          </p:grpSpPr>
          <p:sp>
            <p:nvSpPr>
              <p:cNvPr id="13" name="Freeform 13"/>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sp>
          <p:sp>
            <p:nvSpPr>
              <p:cNvPr id="14" name="TextBox 14"/>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15" name="Group 15"/>
            <p:cNvGrpSpPr/>
            <p:nvPr/>
          </p:nvGrpSpPr>
          <p:grpSpPr>
            <a:xfrm>
              <a:off x="7937231" y="0"/>
              <a:ext cx="3092220" cy="147331"/>
              <a:chOff x="0" y="0"/>
              <a:chExt cx="610809" cy="29102"/>
            </a:xfrm>
          </p:grpSpPr>
          <p:sp>
            <p:nvSpPr>
              <p:cNvPr id="16" name="Freeform 16"/>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sp>
          <p:sp>
            <p:nvSpPr>
              <p:cNvPr id="17" name="TextBox 17"/>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18" name="Group 18"/>
            <p:cNvGrpSpPr/>
            <p:nvPr/>
          </p:nvGrpSpPr>
          <p:grpSpPr>
            <a:xfrm>
              <a:off x="11905941" y="0"/>
              <a:ext cx="3092220" cy="147331"/>
              <a:chOff x="0" y="0"/>
              <a:chExt cx="610809" cy="29102"/>
            </a:xfrm>
          </p:grpSpPr>
          <p:sp>
            <p:nvSpPr>
              <p:cNvPr id="19" name="Freeform 19"/>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sp>
          <p:sp>
            <p:nvSpPr>
              <p:cNvPr id="20" name="TextBox 20"/>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21" name="Group 21"/>
            <p:cNvGrpSpPr/>
            <p:nvPr/>
          </p:nvGrpSpPr>
          <p:grpSpPr>
            <a:xfrm>
              <a:off x="15847313" y="0"/>
              <a:ext cx="3092220" cy="147331"/>
              <a:chOff x="0" y="0"/>
              <a:chExt cx="610809" cy="29102"/>
            </a:xfrm>
          </p:grpSpPr>
          <p:sp>
            <p:nvSpPr>
              <p:cNvPr id="22" name="Freeform 22"/>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sp>
          <p:sp>
            <p:nvSpPr>
              <p:cNvPr id="23" name="TextBox 23"/>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24" name="Group 24"/>
            <p:cNvGrpSpPr/>
            <p:nvPr/>
          </p:nvGrpSpPr>
          <p:grpSpPr>
            <a:xfrm>
              <a:off x="19816024" y="0"/>
              <a:ext cx="3092220" cy="147331"/>
              <a:chOff x="0" y="0"/>
              <a:chExt cx="610809" cy="29102"/>
            </a:xfrm>
          </p:grpSpPr>
          <p:sp>
            <p:nvSpPr>
              <p:cNvPr id="25" name="Freeform 25"/>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sp>
          <p:sp>
            <p:nvSpPr>
              <p:cNvPr id="26" name="TextBox 26"/>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sp>
        <p:nvSpPr>
          <p:cNvPr id="27" name="Freeform 27"/>
          <p:cNvSpPr/>
          <p:nvPr/>
        </p:nvSpPr>
        <p:spPr>
          <a:xfrm flipH="1">
            <a:off x="5018826" y="5626535"/>
            <a:ext cx="8250348" cy="2625111"/>
          </a:xfrm>
          <a:custGeom>
            <a:avLst/>
            <a:gdLst/>
            <a:ahLst/>
            <a:cxnLst/>
            <a:rect l="l" t="t" r="r" b="b"/>
            <a:pathLst>
              <a:path w="8250348" h="2625111">
                <a:moveTo>
                  <a:pt x="8250348" y="0"/>
                </a:moveTo>
                <a:lnTo>
                  <a:pt x="0" y="0"/>
                </a:lnTo>
                <a:lnTo>
                  <a:pt x="0" y="2625111"/>
                </a:lnTo>
                <a:lnTo>
                  <a:pt x="8250348" y="2625111"/>
                </a:lnTo>
                <a:lnTo>
                  <a:pt x="8250348"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8" name="Freeform 28"/>
          <p:cNvSpPr/>
          <p:nvPr/>
        </p:nvSpPr>
        <p:spPr>
          <a:xfrm>
            <a:off x="1127577" y="3320833"/>
            <a:ext cx="778068" cy="4425029"/>
          </a:xfrm>
          <a:custGeom>
            <a:avLst/>
            <a:gdLst/>
            <a:ahLst/>
            <a:cxnLst/>
            <a:rect l="l" t="t" r="r" b="b"/>
            <a:pathLst>
              <a:path w="778068" h="4425029">
                <a:moveTo>
                  <a:pt x="0" y="0"/>
                </a:moveTo>
                <a:lnTo>
                  <a:pt x="778068" y="0"/>
                </a:lnTo>
                <a:lnTo>
                  <a:pt x="778068" y="4425029"/>
                </a:lnTo>
                <a:lnTo>
                  <a:pt x="0" y="4425029"/>
                </a:lnTo>
                <a:lnTo>
                  <a:pt x="0" y="0"/>
                </a:lnTo>
                <a:close/>
              </a:path>
            </a:pathLst>
          </a:custGeom>
          <a:blipFill>
            <a:blip r:embed="rId8"/>
            <a:stretch>
              <a:fillRect/>
            </a:stretch>
          </a:blipFill>
        </p:spPr>
      </p:sp>
      <p:sp>
        <p:nvSpPr>
          <p:cNvPr id="29" name="TextBox 29"/>
          <p:cNvSpPr txBox="1"/>
          <p:nvPr/>
        </p:nvSpPr>
        <p:spPr>
          <a:xfrm>
            <a:off x="2937954" y="1504540"/>
            <a:ext cx="12412092" cy="1590179"/>
          </a:xfrm>
          <a:prstGeom prst="rect">
            <a:avLst/>
          </a:prstGeom>
        </p:spPr>
        <p:txBody>
          <a:bodyPr lIns="0" tIns="0" rIns="0" bIns="0" rtlCol="0" anchor="t">
            <a:spAutoFit/>
          </a:bodyPr>
          <a:lstStyle/>
          <a:p>
            <a:pPr algn="ctr">
              <a:lnSpc>
                <a:spcPts val="12416"/>
              </a:lnSpc>
            </a:pPr>
            <a:r>
              <a:rPr lang="en-US" sz="16555" dirty="0">
                <a:solidFill>
                  <a:schemeClr val="tx1">
                    <a:lumMod val="65000"/>
                    <a:lumOff val="35000"/>
                  </a:schemeClr>
                </a:solidFill>
                <a:latin typeface="Cubao"/>
                <a:ea typeface="Cubao"/>
                <a:cs typeface="Cubao"/>
                <a:sym typeface="Cubao"/>
              </a:rPr>
              <a:t>DINS</a:t>
            </a:r>
          </a:p>
        </p:txBody>
      </p:sp>
      <p:sp>
        <p:nvSpPr>
          <p:cNvPr id="30" name="Freeform 30"/>
          <p:cNvSpPr/>
          <p:nvPr/>
        </p:nvSpPr>
        <p:spPr>
          <a:xfrm rot="1574474">
            <a:off x="1469179" y="1742224"/>
            <a:ext cx="323464" cy="308100"/>
          </a:xfrm>
          <a:custGeom>
            <a:avLst/>
            <a:gdLst/>
            <a:ahLst/>
            <a:cxnLst/>
            <a:rect l="l" t="t" r="r" b="b"/>
            <a:pathLst>
              <a:path w="323464" h="308100">
                <a:moveTo>
                  <a:pt x="0" y="0"/>
                </a:moveTo>
                <a:lnTo>
                  <a:pt x="323464" y="0"/>
                </a:lnTo>
                <a:lnTo>
                  <a:pt x="323464" y="308099"/>
                </a:lnTo>
                <a:lnTo>
                  <a:pt x="0" y="308099"/>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31" name="Freeform 31"/>
          <p:cNvSpPr/>
          <p:nvPr/>
        </p:nvSpPr>
        <p:spPr>
          <a:xfrm rot="-795656">
            <a:off x="16468167" y="3248662"/>
            <a:ext cx="323464" cy="308100"/>
          </a:xfrm>
          <a:custGeom>
            <a:avLst/>
            <a:gdLst/>
            <a:ahLst/>
            <a:cxnLst/>
            <a:rect l="l" t="t" r="r" b="b"/>
            <a:pathLst>
              <a:path w="323464" h="308100">
                <a:moveTo>
                  <a:pt x="0" y="0"/>
                </a:moveTo>
                <a:lnTo>
                  <a:pt x="323464" y="0"/>
                </a:lnTo>
                <a:lnTo>
                  <a:pt x="323464" y="308099"/>
                </a:lnTo>
                <a:lnTo>
                  <a:pt x="0" y="308099"/>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32" name="Freeform 32"/>
          <p:cNvSpPr/>
          <p:nvPr/>
        </p:nvSpPr>
        <p:spPr>
          <a:xfrm rot="-795656">
            <a:off x="5634223" y="975557"/>
            <a:ext cx="323464" cy="308100"/>
          </a:xfrm>
          <a:custGeom>
            <a:avLst/>
            <a:gdLst/>
            <a:ahLst/>
            <a:cxnLst/>
            <a:rect l="l" t="t" r="r" b="b"/>
            <a:pathLst>
              <a:path w="323464" h="308100">
                <a:moveTo>
                  <a:pt x="0" y="0"/>
                </a:moveTo>
                <a:lnTo>
                  <a:pt x="323465" y="0"/>
                </a:lnTo>
                <a:lnTo>
                  <a:pt x="323465" y="308099"/>
                </a:lnTo>
                <a:lnTo>
                  <a:pt x="0" y="308099"/>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33" name="Freeform 33"/>
          <p:cNvSpPr/>
          <p:nvPr/>
        </p:nvSpPr>
        <p:spPr>
          <a:xfrm rot="-795656">
            <a:off x="12163516" y="1100914"/>
            <a:ext cx="127239" cy="121195"/>
          </a:xfrm>
          <a:custGeom>
            <a:avLst/>
            <a:gdLst/>
            <a:ahLst/>
            <a:cxnLst/>
            <a:rect l="l" t="t" r="r" b="b"/>
            <a:pathLst>
              <a:path w="127239" h="121195">
                <a:moveTo>
                  <a:pt x="0" y="0"/>
                </a:moveTo>
                <a:lnTo>
                  <a:pt x="127239" y="0"/>
                </a:lnTo>
                <a:lnTo>
                  <a:pt x="127239" y="121195"/>
                </a:lnTo>
                <a:lnTo>
                  <a:pt x="0" y="121195"/>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34" name="TextBox 34"/>
          <p:cNvSpPr txBox="1"/>
          <p:nvPr/>
        </p:nvSpPr>
        <p:spPr>
          <a:xfrm>
            <a:off x="3134537" y="3158234"/>
            <a:ext cx="12018926" cy="4442879"/>
          </a:xfrm>
          <a:prstGeom prst="rect">
            <a:avLst/>
          </a:prstGeom>
        </p:spPr>
        <p:txBody>
          <a:bodyPr lIns="0" tIns="0" rIns="0" bIns="0" rtlCol="0" anchor="t">
            <a:spAutoFit/>
          </a:bodyPr>
          <a:lstStyle/>
          <a:p>
            <a:pPr algn="ctr">
              <a:lnSpc>
                <a:spcPts val="15604"/>
              </a:lnSpc>
            </a:pPr>
            <a:r>
              <a:rPr lang="en-US" sz="20805">
                <a:solidFill>
                  <a:srgbClr val="F9C324"/>
                </a:solidFill>
                <a:latin typeface="Cubao"/>
                <a:ea typeface="Cubao"/>
                <a:cs typeface="Cubao"/>
                <a:sym typeface="Cubao"/>
              </a:rPr>
              <a:t>RENTCAR</a:t>
            </a:r>
          </a:p>
          <a:p>
            <a:pPr algn="ctr">
              <a:lnSpc>
                <a:spcPts val="15604"/>
              </a:lnSpc>
            </a:pPr>
            <a:endParaRPr lang="en-US" sz="20805">
              <a:solidFill>
                <a:srgbClr val="F9C324"/>
              </a:solidFill>
              <a:latin typeface="Cubao"/>
              <a:ea typeface="Cubao"/>
              <a:cs typeface="Cubao"/>
              <a:sym typeface="Cubao"/>
            </a:endParaRPr>
          </a:p>
        </p:txBody>
      </p:sp>
      <p:sp>
        <p:nvSpPr>
          <p:cNvPr id="35" name="TextBox 35"/>
          <p:cNvSpPr txBox="1"/>
          <p:nvPr/>
        </p:nvSpPr>
        <p:spPr>
          <a:xfrm>
            <a:off x="1151389" y="7362976"/>
            <a:ext cx="15873843" cy="3308598"/>
          </a:xfrm>
          <a:prstGeom prst="rect">
            <a:avLst/>
          </a:prstGeom>
        </p:spPr>
        <p:txBody>
          <a:bodyPr lIns="0" tIns="0" rIns="0" bIns="0" rtlCol="0" anchor="t">
            <a:spAutoFit/>
          </a:bodyPr>
          <a:lstStyle/>
          <a:p>
            <a:pPr algn="ctr">
              <a:lnSpc>
                <a:spcPts val="12880"/>
              </a:lnSpc>
            </a:pPr>
            <a:r>
              <a:rPr lang="en-US" sz="9200" b="1" dirty="0" err="1">
                <a:solidFill>
                  <a:srgbClr val="F9C324"/>
                </a:solidFill>
                <a:latin typeface="MV Boli" panose="02000500030200090000" pitchFamily="2" charset="0"/>
                <a:ea typeface="Open Sans Bold"/>
                <a:cs typeface="MV Boli" panose="02000500030200090000" pitchFamily="2" charset="0"/>
                <a:sym typeface="Open Sans Bold"/>
              </a:rPr>
              <a:t>Aplikasi</a:t>
            </a:r>
            <a:r>
              <a:rPr lang="en-US" sz="9200" b="1" dirty="0">
                <a:solidFill>
                  <a:srgbClr val="F9C324"/>
                </a:solidFill>
                <a:latin typeface="MV Boli" panose="02000500030200090000" pitchFamily="2" charset="0"/>
                <a:ea typeface="Open Sans Bold"/>
                <a:cs typeface="MV Boli" panose="02000500030200090000" pitchFamily="2" charset="0"/>
                <a:sym typeface="Open Sans Bold"/>
              </a:rPr>
              <a:t> Rental Mobil </a:t>
            </a:r>
            <a:r>
              <a:rPr lang="en-US" sz="9200" b="1" dirty="0" err="1">
                <a:solidFill>
                  <a:srgbClr val="F9C324"/>
                </a:solidFill>
                <a:latin typeface="MV Boli" panose="02000500030200090000" pitchFamily="2" charset="0"/>
                <a:ea typeface="Open Sans Bold"/>
                <a:cs typeface="MV Boli" panose="02000500030200090000" pitchFamily="2" charset="0"/>
                <a:sym typeface="Open Sans Bold"/>
              </a:rPr>
              <a:t>Berbasis</a:t>
            </a:r>
            <a:r>
              <a:rPr lang="en-US" sz="9200" b="1" dirty="0">
                <a:solidFill>
                  <a:srgbClr val="F9C324"/>
                </a:solidFill>
                <a:latin typeface="MV Boli" panose="02000500030200090000" pitchFamily="2" charset="0"/>
                <a:ea typeface="Open Sans Bold"/>
                <a:cs typeface="MV Boli" panose="02000500030200090000" pitchFamily="2" charset="0"/>
                <a:sym typeface="Open Sans Bold"/>
              </a:rPr>
              <a:t> Java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rgbClr val="C3E7FC">
                <a:alpha val="100000"/>
              </a:srgbClr>
            </a:gs>
            <a:gs pos="100000">
              <a:srgbClr val="2F3659">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Freeform 2"/>
          <p:cNvSpPr/>
          <p:nvPr/>
        </p:nvSpPr>
        <p:spPr>
          <a:xfrm>
            <a:off x="12166260" y="-410559"/>
            <a:ext cx="4424434" cy="2501816"/>
          </a:xfrm>
          <a:custGeom>
            <a:avLst/>
            <a:gdLst/>
            <a:ahLst/>
            <a:cxnLst/>
            <a:rect l="l" t="t" r="r" b="b"/>
            <a:pathLst>
              <a:path w="4424434" h="2501816">
                <a:moveTo>
                  <a:pt x="0" y="0"/>
                </a:moveTo>
                <a:lnTo>
                  <a:pt x="4424435" y="0"/>
                </a:lnTo>
                <a:lnTo>
                  <a:pt x="4424435" y="2501817"/>
                </a:lnTo>
                <a:lnTo>
                  <a:pt x="0" y="2501817"/>
                </a:lnTo>
                <a:lnTo>
                  <a:pt x="0" y="0"/>
                </a:lnTo>
                <a:close/>
              </a:path>
            </a:pathLst>
          </a:custGeom>
          <a:blipFill>
            <a:blip r:embed="rId2">
              <a:alphaModFix amt="25000"/>
              <a:extLst>
                <a:ext uri="{96DAC541-7B7A-43D3-8B79-37D633B846F1}">
                  <asvg:svgBlip xmlns:asvg="http://schemas.microsoft.com/office/drawing/2016/SVG/main" r:embed="rId3"/>
                </a:ext>
              </a:extLst>
            </a:blip>
            <a:stretch>
              <a:fillRect/>
            </a:stretch>
          </a:blipFill>
        </p:spPr>
      </p:sp>
      <p:sp>
        <p:nvSpPr>
          <p:cNvPr id="3" name="Freeform 3"/>
          <p:cNvSpPr/>
          <p:nvPr/>
        </p:nvSpPr>
        <p:spPr>
          <a:xfrm>
            <a:off x="-722720" y="4342989"/>
            <a:ext cx="19010720" cy="5219568"/>
          </a:xfrm>
          <a:custGeom>
            <a:avLst/>
            <a:gdLst/>
            <a:ahLst/>
            <a:cxnLst/>
            <a:rect l="l" t="t" r="r" b="b"/>
            <a:pathLst>
              <a:path w="19010720" h="5219568">
                <a:moveTo>
                  <a:pt x="0" y="0"/>
                </a:moveTo>
                <a:lnTo>
                  <a:pt x="19010720" y="0"/>
                </a:lnTo>
                <a:lnTo>
                  <a:pt x="19010720" y="5219568"/>
                </a:lnTo>
                <a:lnTo>
                  <a:pt x="0" y="5219568"/>
                </a:lnTo>
                <a:lnTo>
                  <a:pt x="0" y="0"/>
                </a:lnTo>
                <a:close/>
              </a:path>
            </a:pathLst>
          </a:custGeom>
          <a:blipFill>
            <a:blip r:embed="rId4">
              <a:alphaModFix amt="54000"/>
              <a:extLst>
                <a:ext uri="{96DAC541-7B7A-43D3-8B79-37D633B846F1}">
                  <asvg:svgBlip xmlns:asvg="http://schemas.microsoft.com/office/drawing/2016/SVG/main" r:embed="rId5"/>
                </a:ext>
              </a:extLst>
            </a:blip>
            <a:stretch>
              <a:fillRect/>
            </a:stretch>
          </a:blipFill>
        </p:spPr>
      </p:sp>
      <p:sp>
        <p:nvSpPr>
          <p:cNvPr id="4" name="Freeform 4"/>
          <p:cNvSpPr/>
          <p:nvPr/>
        </p:nvSpPr>
        <p:spPr>
          <a:xfrm rot="1574474">
            <a:off x="17513181" y="5235068"/>
            <a:ext cx="442821" cy="421787"/>
          </a:xfrm>
          <a:custGeom>
            <a:avLst/>
            <a:gdLst/>
            <a:ahLst/>
            <a:cxnLst/>
            <a:rect l="l" t="t" r="r" b="b"/>
            <a:pathLst>
              <a:path w="442821" h="421787">
                <a:moveTo>
                  <a:pt x="0" y="0"/>
                </a:moveTo>
                <a:lnTo>
                  <a:pt x="442821" y="0"/>
                </a:lnTo>
                <a:lnTo>
                  <a:pt x="442821" y="421787"/>
                </a:lnTo>
                <a:lnTo>
                  <a:pt x="0" y="42178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5" name="Group 5"/>
          <p:cNvGrpSpPr/>
          <p:nvPr/>
        </p:nvGrpSpPr>
        <p:grpSpPr>
          <a:xfrm>
            <a:off x="1028700" y="1624115"/>
            <a:ext cx="16230600" cy="7634185"/>
            <a:chOff x="0" y="0"/>
            <a:chExt cx="4274726" cy="2010650"/>
          </a:xfrm>
        </p:grpSpPr>
        <p:sp>
          <p:nvSpPr>
            <p:cNvPr id="6" name="Freeform 6"/>
            <p:cNvSpPr/>
            <p:nvPr/>
          </p:nvSpPr>
          <p:spPr>
            <a:xfrm>
              <a:off x="0" y="0"/>
              <a:ext cx="4274726" cy="2010650"/>
            </a:xfrm>
            <a:custGeom>
              <a:avLst/>
              <a:gdLst/>
              <a:ahLst/>
              <a:cxnLst/>
              <a:rect l="l" t="t" r="r" b="b"/>
              <a:pathLst>
                <a:path w="4274726" h="2010650">
                  <a:moveTo>
                    <a:pt x="12879" y="0"/>
                  </a:moveTo>
                  <a:lnTo>
                    <a:pt x="4261847" y="0"/>
                  </a:lnTo>
                  <a:cubicBezTo>
                    <a:pt x="4268960" y="0"/>
                    <a:pt x="4274726" y="5766"/>
                    <a:pt x="4274726" y="12879"/>
                  </a:cubicBezTo>
                  <a:lnTo>
                    <a:pt x="4274726" y="1997771"/>
                  </a:lnTo>
                  <a:cubicBezTo>
                    <a:pt x="4274726" y="2001186"/>
                    <a:pt x="4273369" y="2004462"/>
                    <a:pt x="4270954" y="2006878"/>
                  </a:cubicBezTo>
                  <a:cubicBezTo>
                    <a:pt x="4268539" y="2009293"/>
                    <a:pt x="4265263" y="2010650"/>
                    <a:pt x="4261847" y="2010650"/>
                  </a:cubicBezTo>
                  <a:lnTo>
                    <a:pt x="12879" y="2010650"/>
                  </a:lnTo>
                  <a:cubicBezTo>
                    <a:pt x="5766" y="2010650"/>
                    <a:pt x="0" y="2004883"/>
                    <a:pt x="0" y="1997771"/>
                  </a:cubicBezTo>
                  <a:lnTo>
                    <a:pt x="0" y="12879"/>
                  </a:lnTo>
                  <a:cubicBezTo>
                    <a:pt x="0" y="5766"/>
                    <a:pt x="5766" y="0"/>
                    <a:pt x="12879" y="0"/>
                  </a:cubicBezTo>
                  <a:close/>
                </a:path>
              </a:pathLst>
            </a:custGeom>
            <a:solidFill>
              <a:srgbClr val="FFFFFF"/>
            </a:solidFill>
          </p:spPr>
        </p:sp>
        <p:sp>
          <p:nvSpPr>
            <p:cNvPr id="7" name="TextBox 7"/>
            <p:cNvSpPr txBox="1"/>
            <p:nvPr/>
          </p:nvSpPr>
          <p:spPr>
            <a:xfrm>
              <a:off x="0" y="-38100"/>
              <a:ext cx="4274726" cy="2048750"/>
            </a:xfrm>
            <a:prstGeom prst="rect">
              <a:avLst/>
            </a:prstGeom>
          </p:spPr>
          <p:txBody>
            <a:bodyPr lIns="50800" tIns="50800" rIns="50800" bIns="50800" rtlCol="0" anchor="ctr"/>
            <a:lstStyle/>
            <a:p>
              <a:pPr algn="ctr">
                <a:lnSpc>
                  <a:spcPts val="2659"/>
                </a:lnSpc>
              </a:pPr>
              <a:endParaRPr/>
            </a:p>
          </p:txBody>
        </p:sp>
      </p:grpSp>
      <p:sp>
        <p:nvSpPr>
          <p:cNvPr id="8" name="Freeform 8"/>
          <p:cNvSpPr/>
          <p:nvPr/>
        </p:nvSpPr>
        <p:spPr>
          <a:xfrm rot="-2459989">
            <a:off x="16678542" y="2347467"/>
            <a:ext cx="808429" cy="1141985"/>
          </a:xfrm>
          <a:custGeom>
            <a:avLst/>
            <a:gdLst/>
            <a:ahLst/>
            <a:cxnLst/>
            <a:rect l="l" t="t" r="r" b="b"/>
            <a:pathLst>
              <a:path w="808429" h="1141985">
                <a:moveTo>
                  <a:pt x="0" y="0"/>
                </a:moveTo>
                <a:lnTo>
                  <a:pt x="808429" y="0"/>
                </a:lnTo>
                <a:lnTo>
                  <a:pt x="808429" y="1141985"/>
                </a:lnTo>
                <a:lnTo>
                  <a:pt x="0" y="114198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9" name="Freeform 9"/>
          <p:cNvSpPr/>
          <p:nvPr/>
        </p:nvSpPr>
        <p:spPr>
          <a:xfrm rot="1574474">
            <a:off x="2411870" y="686300"/>
            <a:ext cx="323464" cy="308100"/>
          </a:xfrm>
          <a:custGeom>
            <a:avLst/>
            <a:gdLst/>
            <a:ahLst/>
            <a:cxnLst/>
            <a:rect l="l" t="t" r="r" b="b"/>
            <a:pathLst>
              <a:path w="323464" h="308100">
                <a:moveTo>
                  <a:pt x="0" y="0"/>
                </a:moveTo>
                <a:lnTo>
                  <a:pt x="323465" y="0"/>
                </a:lnTo>
                <a:lnTo>
                  <a:pt x="323465" y="308099"/>
                </a:lnTo>
                <a:lnTo>
                  <a:pt x="0" y="30809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0" name="Freeform 10"/>
          <p:cNvSpPr/>
          <p:nvPr/>
        </p:nvSpPr>
        <p:spPr>
          <a:xfrm>
            <a:off x="-2011736" y="845640"/>
            <a:ext cx="5613387" cy="8595719"/>
          </a:xfrm>
          <a:custGeom>
            <a:avLst/>
            <a:gdLst/>
            <a:ahLst/>
            <a:cxnLst/>
            <a:rect l="l" t="t" r="r" b="b"/>
            <a:pathLst>
              <a:path w="5613387" h="8595719">
                <a:moveTo>
                  <a:pt x="0" y="0"/>
                </a:moveTo>
                <a:lnTo>
                  <a:pt x="5613387" y="0"/>
                </a:lnTo>
                <a:lnTo>
                  <a:pt x="5613387" y="8595720"/>
                </a:lnTo>
                <a:lnTo>
                  <a:pt x="0" y="859572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grpSp>
        <p:nvGrpSpPr>
          <p:cNvPr id="11" name="Group 11"/>
          <p:cNvGrpSpPr/>
          <p:nvPr/>
        </p:nvGrpSpPr>
        <p:grpSpPr>
          <a:xfrm>
            <a:off x="-1562147" y="9258300"/>
            <a:ext cx="21205933" cy="8243149"/>
            <a:chOff x="0" y="0"/>
            <a:chExt cx="5585102" cy="2171035"/>
          </a:xfrm>
        </p:grpSpPr>
        <p:sp>
          <p:nvSpPr>
            <p:cNvPr id="12" name="Freeform 12"/>
            <p:cNvSpPr/>
            <p:nvPr/>
          </p:nvSpPr>
          <p:spPr>
            <a:xfrm>
              <a:off x="0" y="0"/>
              <a:ext cx="5585102" cy="2171035"/>
            </a:xfrm>
            <a:custGeom>
              <a:avLst/>
              <a:gdLst/>
              <a:ahLst/>
              <a:cxnLst/>
              <a:rect l="l" t="t" r="r" b="b"/>
              <a:pathLst>
                <a:path w="5585102" h="2171035">
                  <a:moveTo>
                    <a:pt x="0" y="0"/>
                  </a:moveTo>
                  <a:lnTo>
                    <a:pt x="5585102" y="0"/>
                  </a:lnTo>
                  <a:lnTo>
                    <a:pt x="5585102" y="2171035"/>
                  </a:lnTo>
                  <a:lnTo>
                    <a:pt x="0" y="2171035"/>
                  </a:lnTo>
                  <a:close/>
                </a:path>
              </a:pathLst>
            </a:custGeom>
            <a:solidFill>
              <a:srgbClr val="3E3B39"/>
            </a:solidFill>
          </p:spPr>
        </p:sp>
        <p:sp>
          <p:nvSpPr>
            <p:cNvPr id="13" name="TextBox 13"/>
            <p:cNvSpPr txBox="1"/>
            <p:nvPr/>
          </p:nvSpPr>
          <p:spPr>
            <a:xfrm>
              <a:off x="0" y="-9525"/>
              <a:ext cx="5585102" cy="2180560"/>
            </a:xfrm>
            <a:prstGeom prst="rect">
              <a:avLst/>
            </a:prstGeom>
          </p:spPr>
          <p:txBody>
            <a:bodyPr lIns="50800" tIns="50800" rIns="50800" bIns="50800" rtlCol="0" anchor="ctr"/>
            <a:lstStyle/>
            <a:p>
              <a:pPr algn="ctr">
                <a:lnSpc>
                  <a:spcPts val="2363"/>
                </a:lnSpc>
              </a:pPr>
              <a:endParaRPr/>
            </a:p>
          </p:txBody>
        </p:sp>
      </p:grpSp>
      <p:grpSp>
        <p:nvGrpSpPr>
          <p:cNvPr id="14" name="Group 14"/>
          <p:cNvGrpSpPr/>
          <p:nvPr/>
        </p:nvGrpSpPr>
        <p:grpSpPr>
          <a:xfrm>
            <a:off x="553409" y="9739067"/>
            <a:ext cx="17181183" cy="110498"/>
            <a:chOff x="0" y="0"/>
            <a:chExt cx="22908243" cy="147331"/>
          </a:xfrm>
        </p:grpSpPr>
        <p:grpSp>
          <p:nvGrpSpPr>
            <p:cNvPr id="15" name="Group 15"/>
            <p:cNvGrpSpPr/>
            <p:nvPr/>
          </p:nvGrpSpPr>
          <p:grpSpPr>
            <a:xfrm>
              <a:off x="0" y="0"/>
              <a:ext cx="3092220" cy="147331"/>
              <a:chOff x="0" y="0"/>
              <a:chExt cx="610809" cy="29102"/>
            </a:xfrm>
          </p:grpSpPr>
          <p:sp>
            <p:nvSpPr>
              <p:cNvPr id="16" name="Freeform 16"/>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sp>
          <p:sp>
            <p:nvSpPr>
              <p:cNvPr id="17" name="TextBox 17"/>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18" name="Group 18"/>
            <p:cNvGrpSpPr/>
            <p:nvPr/>
          </p:nvGrpSpPr>
          <p:grpSpPr>
            <a:xfrm>
              <a:off x="3968711" y="0"/>
              <a:ext cx="3092220" cy="147331"/>
              <a:chOff x="0" y="0"/>
              <a:chExt cx="610809" cy="29102"/>
            </a:xfrm>
          </p:grpSpPr>
          <p:sp>
            <p:nvSpPr>
              <p:cNvPr id="19" name="Freeform 19"/>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sp>
          <p:sp>
            <p:nvSpPr>
              <p:cNvPr id="20" name="TextBox 20"/>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21" name="Group 21"/>
            <p:cNvGrpSpPr/>
            <p:nvPr/>
          </p:nvGrpSpPr>
          <p:grpSpPr>
            <a:xfrm>
              <a:off x="7937231" y="0"/>
              <a:ext cx="3092220" cy="147331"/>
              <a:chOff x="0" y="0"/>
              <a:chExt cx="610809" cy="29102"/>
            </a:xfrm>
          </p:grpSpPr>
          <p:sp>
            <p:nvSpPr>
              <p:cNvPr id="22" name="Freeform 22"/>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sp>
          <p:sp>
            <p:nvSpPr>
              <p:cNvPr id="23" name="TextBox 23"/>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24" name="Group 24"/>
            <p:cNvGrpSpPr/>
            <p:nvPr/>
          </p:nvGrpSpPr>
          <p:grpSpPr>
            <a:xfrm>
              <a:off x="11905941" y="0"/>
              <a:ext cx="3092220" cy="147331"/>
              <a:chOff x="0" y="0"/>
              <a:chExt cx="610809" cy="29102"/>
            </a:xfrm>
          </p:grpSpPr>
          <p:sp>
            <p:nvSpPr>
              <p:cNvPr id="25" name="Freeform 25"/>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sp>
          <p:sp>
            <p:nvSpPr>
              <p:cNvPr id="26" name="TextBox 26"/>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27" name="Group 27"/>
            <p:cNvGrpSpPr/>
            <p:nvPr/>
          </p:nvGrpSpPr>
          <p:grpSpPr>
            <a:xfrm>
              <a:off x="15847313" y="0"/>
              <a:ext cx="3092220" cy="147331"/>
              <a:chOff x="0" y="0"/>
              <a:chExt cx="610809" cy="29102"/>
            </a:xfrm>
          </p:grpSpPr>
          <p:sp>
            <p:nvSpPr>
              <p:cNvPr id="28" name="Freeform 28"/>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sp>
          <p:sp>
            <p:nvSpPr>
              <p:cNvPr id="29" name="TextBox 29"/>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30" name="Group 30"/>
            <p:cNvGrpSpPr/>
            <p:nvPr/>
          </p:nvGrpSpPr>
          <p:grpSpPr>
            <a:xfrm>
              <a:off x="19816024" y="0"/>
              <a:ext cx="3092220" cy="147331"/>
              <a:chOff x="0" y="0"/>
              <a:chExt cx="610809" cy="29102"/>
            </a:xfrm>
          </p:grpSpPr>
          <p:sp>
            <p:nvSpPr>
              <p:cNvPr id="31" name="Freeform 31"/>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sp>
          <p:sp>
            <p:nvSpPr>
              <p:cNvPr id="32" name="TextBox 32"/>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sp>
        <p:nvSpPr>
          <p:cNvPr id="33" name="Freeform 33"/>
          <p:cNvSpPr/>
          <p:nvPr/>
        </p:nvSpPr>
        <p:spPr>
          <a:xfrm>
            <a:off x="-269127" y="8395327"/>
            <a:ext cx="3870777" cy="869522"/>
          </a:xfrm>
          <a:custGeom>
            <a:avLst/>
            <a:gdLst/>
            <a:ahLst/>
            <a:cxnLst/>
            <a:rect l="l" t="t" r="r" b="b"/>
            <a:pathLst>
              <a:path w="3870777" h="869522">
                <a:moveTo>
                  <a:pt x="0" y="0"/>
                </a:moveTo>
                <a:lnTo>
                  <a:pt x="3870778" y="0"/>
                </a:lnTo>
                <a:lnTo>
                  <a:pt x="3870778" y="869523"/>
                </a:lnTo>
                <a:lnTo>
                  <a:pt x="0" y="869523"/>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34" name="Freeform 34"/>
          <p:cNvSpPr/>
          <p:nvPr/>
        </p:nvSpPr>
        <p:spPr>
          <a:xfrm>
            <a:off x="1838732" y="8395327"/>
            <a:ext cx="3870777" cy="869522"/>
          </a:xfrm>
          <a:custGeom>
            <a:avLst/>
            <a:gdLst/>
            <a:ahLst/>
            <a:cxnLst/>
            <a:rect l="l" t="t" r="r" b="b"/>
            <a:pathLst>
              <a:path w="3870777" h="869522">
                <a:moveTo>
                  <a:pt x="0" y="0"/>
                </a:moveTo>
                <a:lnTo>
                  <a:pt x="3870777" y="0"/>
                </a:lnTo>
                <a:lnTo>
                  <a:pt x="3870777" y="869523"/>
                </a:lnTo>
                <a:lnTo>
                  <a:pt x="0" y="869523"/>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35" name="Freeform 35"/>
          <p:cNvSpPr/>
          <p:nvPr/>
        </p:nvSpPr>
        <p:spPr>
          <a:xfrm>
            <a:off x="10447226" y="7277341"/>
            <a:ext cx="7315200" cy="2753175"/>
          </a:xfrm>
          <a:custGeom>
            <a:avLst/>
            <a:gdLst/>
            <a:ahLst/>
            <a:cxnLst/>
            <a:rect l="l" t="t" r="r" b="b"/>
            <a:pathLst>
              <a:path w="7315200" h="2753175">
                <a:moveTo>
                  <a:pt x="0" y="0"/>
                </a:moveTo>
                <a:lnTo>
                  <a:pt x="7315200" y="0"/>
                </a:lnTo>
                <a:lnTo>
                  <a:pt x="7315200" y="2753175"/>
                </a:lnTo>
                <a:lnTo>
                  <a:pt x="0" y="2753175"/>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36" name="TextBox 36"/>
          <p:cNvSpPr txBox="1"/>
          <p:nvPr/>
        </p:nvSpPr>
        <p:spPr>
          <a:xfrm>
            <a:off x="1336191" y="728144"/>
            <a:ext cx="6670651" cy="2134842"/>
          </a:xfrm>
          <a:prstGeom prst="rect">
            <a:avLst/>
          </a:prstGeom>
        </p:spPr>
        <p:txBody>
          <a:bodyPr lIns="0" tIns="0" rIns="0" bIns="0" rtlCol="0" anchor="t">
            <a:spAutoFit/>
          </a:bodyPr>
          <a:lstStyle/>
          <a:p>
            <a:pPr algn="l">
              <a:lnSpc>
                <a:spcPts val="7516"/>
              </a:lnSpc>
            </a:pPr>
            <a:r>
              <a:rPr lang="en-US" sz="10021">
                <a:solidFill>
                  <a:srgbClr val="F9C324"/>
                </a:solidFill>
                <a:latin typeface="Cubao"/>
                <a:ea typeface="Cubao"/>
                <a:cs typeface="Cubao"/>
                <a:sym typeface="Cubao"/>
              </a:rPr>
              <a:t>LATAR BELAKANG</a:t>
            </a:r>
          </a:p>
        </p:txBody>
      </p:sp>
      <p:sp>
        <p:nvSpPr>
          <p:cNvPr id="37" name="TextBox 37"/>
          <p:cNvSpPr txBox="1"/>
          <p:nvPr/>
        </p:nvSpPr>
        <p:spPr>
          <a:xfrm>
            <a:off x="9001500" y="3447462"/>
            <a:ext cx="7401587" cy="4308872"/>
          </a:xfrm>
          <a:prstGeom prst="rect">
            <a:avLst/>
          </a:prstGeom>
        </p:spPr>
        <p:txBody>
          <a:bodyPr wrap="square" lIns="0" tIns="0" rIns="0" bIns="0" rtlCol="0" anchor="t">
            <a:spAutoFit/>
          </a:bodyPr>
          <a:lstStyle/>
          <a:p>
            <a:pPr marL="410209" lvl="1" indent="-205105" algn="ctr">
              <a:buFont typeface="Arial"/>
              <a:buChar char="•"/>
            </a:pPr>
            <a:r>
              <a:rPr lang="en-US" sz="2800" b="1" dirty="0" err="1">
                <a:solidFill>
                  <a:srgbClr val="000000"/>
                </a:solidFill>
                <a:latin typeface="Bookman Old Style" panose="02050604050505020204" pitchFamily="18" charset="0"/>
                <a:ea typeface="Canva Sans Bold"/>
                <a:cs typeface="Canva Sans Bold"/>
                <a:sym typeface="Canva Sans Bold"/>
              </a:rPr>
              <a:t>Mempermudah</a:t>
            </a:r>
            <a:r>
              <a:rPr lang="en-US" sz="2800" b="1" dirty="0">
                <a:solidFill>
                  <a:srgbClr val="000000"/>
                </a:solidFill>
                <a:latin typeface="Bookman Old Style" panose="02050604050505020204" pitchFamily="18" charset="0"/>
                <a:ea typeface="Canva Sans Bold"/>
                <a:cs typeface="Canva Sans Bold"/>
                <a:sym typeface="Canva Sans Bold"/>
              </a:rPr>
              <a:t> </a:t>
            </a:r>
            <a:r>
              <a:rPr lang="en-US" sz="2800" b="1" dirty="0" err="1">
                <a:solidFill>
                  <a:srgbClr val="000000"/>
                </a:solidFill>
                <a:latin typeface="Bookman Old Style" panose="02050604050505020204" pitchFamily="18" charset="0"/>
                <a:ea typeface="Canva Sans Bold"/>
                <a:cs typeface="Canva Sans Bold"/>
                <a:sym typeface="Canva Sans Bold"/>
              </a:rPr>
              <a:t>pengelolaan</a:t>
            </a:r>
            <a:r>
              <a:rPr lang="en-US" sz="2800" b="1" dirty="0">
                <a:solidFill>
                  <a:srgbClr val="000000"/>
                </a:solidFill>
                <a:latin typeface="Bookman Old Style" panose="02050604050505020204" pitchFamily="18" charset="0"/>
                <a:ea typeface="Canva Sans Bold"/>
                <a:cs typeface="Canva Sans Bold"/>
                <a:sym typeface="Canva Sans Bold"/>
              </a:rPr>
              <a:t> data </a:t>
            </a:r>
            <a:r>
              <a:rPr lang="en-US" sz="2800" b="1" dirty="0" err="1">
                <a:solidFill>
                  <a:srgbClr val="000000"/>
                </a:solidFill>
                <a:latin typeface="Bookman Old Style" panose="02050604050505020204" pitchFamily="18" charset="0"/>
                <a:ea typeface="Canva Sans Bold"/>
                <a:cs typeface="Canva Sans Bold"/>
                <a:sym typeface="Canva Sans Bold"/>
              </a:rPr>
              <a:t>mobil</a:t>
            </a:r>
            <a:r>
              <a:rPr lang="en-US" sz="2800" b="1" dirty="0">
                <a:solidFill>
                  <a:srgbClr val="000000"/>
                </a:solidFill>
                <a:latin typeface="Bookman Old Style" panose="02050604050505020204" pitchFamily="18" charset="0"/>
                <a:ea typeface="Canva Sans Bold"/>
                <a:cs typeface="Canva Sans Bold"/>
                <a:sym typeface="Canva Sans Bold"/>
              </a:rPr>
              <a:t> dan </a:t>
            </a:r>
            <a:r>
              <a:rPr lang="en-US" sz="2800" b="1" dirty="0" err="1">
                <a:solidFill>
                  <a:srgbClr val="000000"/>
                </a:solidFill>
                <a:latin typeface="Bookman Old Style" panose="02050604050505020204" pitchFamily="18" charset="0"/>
                <a:ea typeface="Canva Sans Bold"/>
                <a:cs typeface="Canva Sans Bold"/>
                <a:sym typeface="Canva Sans Bold"/>
              </a:rPr>
              <a:t>pelanggan</a:t>
            </a:r>
            <a:r>
              <a:rPr lang="en-US" sz="2800" b="1" dirty="0">
                <a:solidFill>
                  <a:srgbClr val="000000"/>
                </a:solidFill>
                <a:latin typeface="Bookman Old Style" panose="02050604050505020204" pitchFamily="18" charset="0"/>
                <a:ea typeface="Canva Sans Bold"/>
                <a:cs typeface="Canva Sans Bold"/>
                <a:sym typeface="Canva Sans Bold"/>
              </a:rPr>
              <a:t>.</a:t>
            </a:r>
          </a:p>
          <a:p>
            <a:pPr marL="410209" lvl="1" indent="-205105" algn="ctr">
              <a:spcBef>
                <a:spcPct val="0"/>
              </a:spcBef>
              <a:buFont typeface="Arial"/>
              <a:buChar char="•"/>
            </a:pPr>
            <a:r>
              <a:rPr lang="en-US" sz="2800" b="1" dirty="0" err="1">
                <a:solidFill>
                  <a:srgbClr val="000000"/>
                </a:solidFill>
                <a:latin typeface="Bookman Old Style" panose="02050604050505020204" pitchFamily="18" charset="0"/>
                <a:ea typeface="Canva Sans Bold"/>
                <a:cs typeface="Canva Sans Bold"/>
                <a:sym typeface="Canva Sans Bold"/>
              </a:rPr>
              <a:t>Mempercepat</a:t>
            </a:r>
            <a:r>
              <a:rPr lang="en-US" sz="2800" b="1" dirty="0">
                <a:solidFill>
                  <a:srgbClr val="000000"/>
                </a:solidFill>
                <a:latin typeface="Bookman Old Style" panose="02050604050505020204" pitchFamily="18" charset="0"/>
                <a:ea typeface="Canva Sans Bold"/>
                <a:cs typeface="Canva Sans Bold"/>
                <a:sym typeface="Canva Sans Bold"/>
              </a:rPr>
              <a:t> proses </a:t>
            </a:r>
            <a:r>
              <a:rPr lang="en-US" sz="2800" b="1" dirty="0" err="1">
                <a:solidFill>
                  <a:srgbClr val="000000"/>
                </a:solidFill>
                <a:latin typeface="Bookman Old Style" panose="02050604050505020204" pitchFamily="18" charset="0"/>
                <a:ea typeface="Canva Sans Bold"/>
                <a:cs typeface="Canva Sans Bold"/>
                <a:sym typeface="Canva Sans Bold"/>
              </a:rPr>
              <a:t>transaksi</a:t>
            </a:r>
            <a:r>
              <a:rPr lang="en-US" sz="2800" b="1" dirty="0">
                <a:solidFill>
                  <a:srgbClr val="000000"/>
                </a:solidFill>
                <a:latin typeface="Bookman Old Style" panose="02050604050505020204" pitchFamily="18" charset="0"/>
                <a:ea typeface="Canva Sans Bold"/>
                <a:cs typeface="Canva Sans Bold"/>
                <a:sym typeface="Canva Sans Bold"/>
              </a:rPr>
              <a:t> </a:t>
            </a:r>
            <a:r>
              <a:rPr lang="en-US" sz="2800" b="1" dirty="0" err="1">
                <a:solidFill>
                  <a:srgbClr val="000000"/>
                </a:solidFill>
                <a:latin typeface="Bookman Old Style" panose="02050604050505020204" pitchFamily="18" charset="0"/>
                <a:ea typeface="Canva Sans Bold"/>
                <a:cs typeface="Canva Sans Bold"/>
                <a:sym typeface="Canva Sans Bold"/>
              </a:rPr>
              <a:t>penyewaan</a:t>
            </a:r>
            <a:r>
              <a:rPr lang="en-US" sz="2800" b="1" dirty="0">
                <a:solidFill>
                  <a:srgbClr val="000000"/>
                </a:solidFill>
                <a:latin typeface="Bookman Old Style" panose="02050604050505020204" pitchFamily="18" charset="0"/>
                <a:ea typeface="Canva Sans Bold"/>
                <a:cs typeface="Canva Sans Bold"/>
                <a:sym typeface="Canva Sans Bold"/>
              </a:rPr>
              <a:t> </a:t>
            </a:r>
            <a:r>
              <a:rPr lang="en-US" sz="2800" b="1" dirty="0" err="1">
                <a:solidFill>
                  <a:srgbClr val="000000"/>
                </a:solidFill>
                <a:latin typeface="Bookman Old Style" panose="02050604050505020204" pitchFamily="18" charset="0"/>
                <a:ea typeface="Canva Sans Bold"/>
                <a:cs typeface="Canva Sans Bold"/>
                <a:sym typeface="Canva Sans Bold"/>
              </a:rPr>
              <a:t>mobil</a:t>
            </a:r>
            <a:r>
              <a:rPr lang="en-US" sz="2800" b="1" dirty="0">
                <a:solidFill>
                  <a:srgbClr val="000000"/>
                </a:solidFill>
                <a:latin typeface="Bookman Old Style" panose="02050604050505020204" pitchFamily="18" charset="0"/>
                <a:ea typeface="Canva Sans Bold"/>
                <a:cs typeface="Canva Sans Bold"/>
                <a:sym typeface="Canva Sans Bold"/>
              </a:rPr>
              <a:t>.</a:t>
            </a:r>
          </a:p>
          <a:p>
            <a:pPr marL="410209" lvl="1" indent="-205105" algn="ctr">
              <a:spcBef>
                <a:spcPct val="0"/>
              </a:spcBef>
              <a:buFont typeface="Arial"/>
              <a:buChar char="•"/>
            </a:pPr>
            <a:r>
              <a:rPr lang="en-US" sz="2800" b="1" dirty="0" err="1">
                <a:solidFill>
                  <a:srgbClr val="000000"/>
                </a:solidFill>
                <a:latin typeface="Bookman Old Style" panose="02050604050505020204" pitchFamily="18" charset="0"/>
                <a:ea typeface="Canva Sans Bold"/>
                <a:cs typeface="Canva Sans Bold"/>
                <a:sym typeface="Canva Sans Bold"/>
              </a:rPr>
              <a:t>Mengurangi</a:t>
            </a:r>
            <a:r>
              <a:rPr lang="en-US" sz="2800" b="1" dirty="0">
                <a:solidFill>
                  <a:srgbClr val="000000"/>
                </a:solidFill>
                <a:latin typeface="Bookman Old Style" panose="02050604050505020204" pitchFamily="18" charset="0"/>
                <a:ea typeface="Canva Sans Bold"/>
                <a:cs typeface="Canva Sans Bold"/>
                <a:sym typeface="Canva Sans Bold"/>
              </a:rPr>
              <a:t> </a:t>
            </a:r>
            <a:r>
              <a:rPr lang="en-US" sz="2800" b="1" dirty="0" err="1">
                <a:solidFill>
                  <a:srgbClr val="000000"/>
                </a:solidFill>
                <a:latin typeface="Bookman Old Style" panose="02050604050505020204" pitchFamily="18" charset="0"/>
                <a:ea typeface="Canva Sans Bold"/>
                <a:cs typeface="Canva Sans Bold"/>
                <a:sym typeface="Canva Sans Bold"/>
              </a:rPr>
              <a:t>kesalahan</a:t>
            </a:r>
            <a:r>
              <a:rPr lang="en-US" sz="2800" b="1" dirty="0">
                <a:solidFill>
                  <a:srgbClr val="000000"/>
                </a:solidFill>
                <a:latin typeface="Bookman Old Style" panose="02050604050505020204" pitchFamily="18" charset="0"/>
                <a:ea typeface="Canva Sans Bold"/>
                <a:cs typeface="Canva Sans Bold"/>
                <a:sym typeface="Canva Sans Bold"/>
              </a:rPr>
              <a:t> </a:t>
            </a:r>
            <a:r>
              <a:rPr lang="en-US" sz="2800" b="1" dirty="0" err="1">
                <a:solidFill>
                  <a:srgbClr val="000000"/>
                </a:solidFill>
                <a:latin typeface="Bookman Old Style" panose="02050604050505020204" pitchFamily="18" charset="0"/>
                <a:ea typeface="Canva Sans Bold"/>
                <a:cs typeface="Canva Sans Bold"/>
                <a:sym typeface="Canva Sans Bold"/>
              </a:rPr>
              <a:t>pencatatan</a:t>
            </a:r>
            <a:r>
              <a:rPr lang="en-US" sz="2800" b="1" dirty="0">
                <a:solidFill>
                  <a:srgbClr val="000000"/>
                </a:solidFill>
                <a:latin typeface="Bookman Old Style" panose="02050604050505020204" pitchFamily="18" charset="0"/>
                <a:ea typeface="Canva Sans Bold"/>
                <a:cs typeface="Canva Sans Bold"/>
                <a:sym typeface="Canva Sans Bold"/>
              </a:rPr>
              <a:t> data </a:t>
            </a:r>
            <a:r>
              <a:rPr lang="en-US" sz="2800" b="1" dirty="0" err="1">
                <a:solidFill>
                  <a:srgbClr val="000000"/>
                </a:solidFill>
                <a:latin typeface="Bookman Old Style" panose="02050604050505020204" pitchFamily="18" charset="0"/>
                <a:ea typeface="Canva Sans Bold"/>
                <a:cs typeface="Canva Sans Bold"/>
                <a:sym typeface="Canva Sans Bold"/>
              </a:rPr>
              <a:t>mobil</a:t>
            </a:r>
            <a:r>
              <a:rPr lang="en-US" sz="2800" b="1" dirty="0">
                <a:solidFill>
                  <a:srgbClr val="000000"/>
                </a:solidFill>
                <a:latin typeface="Bookman Old Style" panose="02050604050505020204" pitchFamily="18" charset="0"/>
                <a:ea typeface="Canva Sans Bold"/>
                <a:cs typeface="Canva Sans Bold"/>
                <a:sym typeface="Canva Sans Bold"/>
              </a:rPr>
              <a:t> dan </a:t>
            </a:r>
            <a:r>
              <a:rPr lang="en-US" sz="2800" b="1" dirty="0" err="1">
                <a:solidFill>
                  <a:srgbClr val="000000"/>
                </a:solidFill>
                <a:latin typeface="Bookman Old Style" panose="02050604050505020204" pitchFamily="18" charset="0"/>
                <a:ea typeface="Canva Sans Bold"/>
                <a:cs typeface="Canva Sans Bold"/>
                <a:sym typeface="Canva Sans Bold"/>
              </a:rPr>
              <a:t>pelanggan</a:t>
            </a:r>
            <a:r>
              <a:rPr lang="en-US" sz="2800" b="1" dirty="0">
                <a:solidFill>
                  <a:srgbClr val="000000"/>
                </a:solidFill>
                <a:latin typeface="Bookman Old Style" panose="02050604050505020204" pitchFamily="18" charset="0"/>
                <a:ea typeface="Canva Sans Bold"/>
                <a:cs typeface="Canva Sans Bold"/>
                <a:sym typeface="Canva Sans Bold"/>
              </a:rPr>
              <a:t>.</a:t>
            </a:r>
          </a:p>
          <a:p>
            <a:pPr marL="410209" lvl="1" indent="-205105" algn="ctr">
              <a:spcBef>
                <a:spcPct val="0"/>
              </a:spcBef>
              <a:buFont typeface="Arial"/>
              <a:buChar char="•"/>
            </a:pPr>
            <a:r>
              <a:rPr lang="en-US" sz="2800" b="1" dirty="0" err="1">
                <a:solidFill>
                  <a:srgbClr val="000000"/>
                </a:solidFill>
                <a:latin typeface="Bookman Old Style" panose="02050604050505020204" pitchFamily="18" charset="0"/>
                <a:ea typeface="Canva Sans Bold"/>
                <a:cs typeface="Canva Sans Bold"/>
                <a:sym typeface="Canva Sans Bold"/>
              </a:rPr>
              <a:t>Menyimpan</a:t>
            </a:r>
            <a:r>
              <a:rPr lang="en-US" sz="2800" b="1" dirty="0">
                <a:solidFill>
                  <a:srgbClr val="000000"/>
                </a:solidFill>
                <a:latin typeface="Bookman Old Style" panose="02050604050505020204" pitchFamily="18" charset="0"/>
                <a:ea typeface="Canva Sans Bold"/>
                <a:cs typeface="Canva Sans Bold"/>
                <a:sym typeface="Canva Sans Bold"/>
              </a:rPr>
              <a:t> data rental </a:t>
            </a:r>
            <a:r>
              <a:rPr lang="en-US" sz="2800" b="1" dirty="0" err="1">
                <a:solidFill>
                  <a:srgbClr val="000000"/>
                </a:solidFill>
                <a:latin typeface="Bookman Old Style" panose="02050604050505020204" pitchFamily="18" charset="0"/>
                <a:ea typeface="Canva Sans Bold"/>
                <a:cs typeface="Canva Sans Bold"/>
                <a:sym typeface="Canva Sans Bold"/>
              </a:rPr>
              <a:t>mobil</a:t>
            </a:r>
            <a:r>
              <a:rPr lang="en-US" sz="2800" b="1" dirty="0">
                <a:solidFill>
                  <a:srgbClr val="000000"/>
                </a:solidFill>
                <a:latin typeface="Bookman Old Style" panose="02050604050505020204" pitchFamily="18" charset="0"/>
                <a:ea typeface="Canva Sans Bold"/>
                <a:cs typeface="Canva Sans Bold"/>
                <a:sym typeface="Canva Sans Bold"/>
              </a:rPr>
              <a:t> dan </a:t>
            </a:r>
            <a:r>
              <a:rPr lang="en-US" sz="2800" b="1" dirty="0" err="1">
                <a:solidFill>
                  <a:srgbClr val="000000"/>
                </a:solidFill>
                <a:latin typeface="Bookman Old Style" panose="02050604050505020204" pitchFamily="18" charset="0"/>
                <a:ea typeface="Canva Sans Bold"/>
                <a:cs typeface="Canva Sans Bold"/>
                <a:sym typeface="Canva Sans Bold"/>
              </a:rPr>
              <a:t>pelanggan</a:t>
            </a:r>
            <a:r>
              <a:rPr lang="en-US" sz="2800" b="1" dirty="0">
                <a:solidFill>
                  <a:srgbClr val="000000"/>
                </a:solidFill>
                <a:latin typeface="Bookman Old Style" panose="02050604050505020204" pitchFamily="18" charset="0"/>
                <a:ea typeface="Canva Sans Bold"/>
                <a:cs typeface="Canva Sans Bold"/>
                <a:sym typeface="Canva Sans Bold"/>
              </a:rPr>
              <a:t> </a:t>
            </a:r>
            <a:r>
              <a:rPr lang="en-US" sz="2800" b="1" dirty="0" err="1">
                <a:solidFill>
                  <a:srgbClr val="000000"/>
                </a:solidFill>
                <a:latin typeface="Bookman Old Style" panose="02050604050505020204" pitchFamily="18" charset="0"/>
                <a:ea typeface="Canva Sans Bold"/>
                <a:cs typeface="Canva Sans Bold"/>
                <a:sym typeface="Canva Sans Bold"/>
              </a:rPr>
              <a:t>ini</a:t>
            </a:r>
            <a:r>
              <a:rPr lang="en-US" sz="2800" b="1" dirty="0">
                <a:solidFill>
                  <a:srgbClr val="000000"/>
                </a:solidFill>
                <a:latin typeface="Bookman Old Style" panose="02050604050505020204" pitchFamily="18" charset="0"/>
                <a:ea typeface="Canva Sans Bold"/>
                <a:cs typeface="Canva Sans Bold"/>
                <a:sym typeface="Canva Sans Bold"/>
              </a:rPr>
              <a:t> </a:t>
            </a:r>
            <a:r>
              <a:rPr lang="en-US" sz="2800" b="1" dirty="0" err="1">
                <a:solidFill>
                  <a:srgbClr val="000000"/>
                </a:solidFill>
                <a:latin typeface="Bookman Old Style" panose="02050604050505020204" pitchFamily="18" charset="0"/>
                <a:ea typeface="Canva Sans Bold"/>
                <a:cs typeface="Canva Sans Bold"/>
                <a:sym typeface="Canva Sans Bold"/>
              </a:rPr>
              <a:t>secara</a:t>
            </a:r>
            <a:r>
              <a:rPr lang="en-US" sz="2800" b="1" dirty="0">
                <a:solidFill>
                  <a:srgbClr val="000000"/>
                </a:solidFill>
                <a:latin typeface="Bookman Old Style" panose="02050604050505020204" pitchFamily="18" charset="0"/>
                <a:ea typeface="Canva Sans Bold"/>
                <a:cs typeface="Canva Sans Bold"/>
                <a:sym typeface="Canva Sans Bold"/>
              </a:rPr>
              <a:t> </a:t>
            </a:r>
            <a:r>
              <a:rPr lang="en-US" sz="2800" b="1" dirty="0" err="1">
                <a:solidFill>
                  <a:srgbClr val="000000"/>
                </a:solidFill>
                <a:latin typeface="Bookman Old Style" panose="02050604050505020204" pitchFamily="18" charset="0"/>
                <a:ea typeface="Canva Sans Bold"/>
                <a:cs typeface="Canva Sans Bold"/>
                <a:sym typeface="Canva Sans Bold"/>
              </a:rPr>
              <a:t>terstruktur</a:t>
            </a:r>
            <a:r>
              <a:rPr lang="en-US" sz="2800" b="1" dirty="0">
                <a:solidFill>
                  <a:srgbClr val="000000"/>
                </a:solidFill>
                <a:latin typeface="Bookman Old Style" panose="02050604050505020204" pitchFamily="18" charset="0"/>
                <a:ea typeface="Canva Sans Bold"/>
                <a:cs typeface="Canva Sans Bold"/>
                <a:sym typeface="Canva Sans Bold"/>
              </a:rPr>
              <a:t> </a:t>
            </a:r>
            <a:r>
              <a:rPr lang="en-US" sz="2800" b="1" dirty="0" err="1">
                <a:solidFill>
                  <a:srgbClr val="000000"/>
                </a:solidFill>
                <a:latin typeface="Bookman Old Style" panose="02050604050505020204" pitchFamily="18" charset="0"/>
                <a:ea typeface="Canva Sans Bold"/>
                <a:cs typeface="Canva Sans Bold"/>
                <a:sym typeface="Canva Sans Bold"/>
              </a:rPr>
              <a:t>dalam</a:t>
            </a:r>
            <a:r>
              <a:rPr lang="en-US" sz="2800" b="1" dirty="0">
                <a:solidFill>
                  <a:srgbClr val="000000"/>
                </a:solidFill>
                <a:latin typeface="Bookman Old Style" panose="02050604050505020204" pitchFamily="18" charset="0"/>
                <a:ea typeface="Canva Sans Bold"/>
                <a:cs typeface="Canva Sans Bold"/>
                <a:sym typeface="Canva Sans Bold"/>
              </a:rPr>
              <a:t> database.</a:t>
            </a:r>
          </a:p>
          <a:p>
            <a:pPr algn="ctr">
              <a:spcBef>
                <a:spcPct val="0"/>
              </a:spcBef>
            </a:pPr>
            <a:endParaRPr lang="en-US" sz="2800" b="1" dirty="0">
              <a:solidFill>
                <a:srgbClr val="000000"/>
              </a:solidFill>
              <a:latin typeface="Bookman Old Style" panose="02050604050505020204" pitchFamily="18" charset="0"/>
              <a:ea typeface="Canva Sans Bold"/>
              <a:cs typeface="Canva Sans Bold"/>
              <a:sym typeface="Canva Sans Bold"/>
            </a:endParaRPr>
          </a:p>
        </p:txBody>
      </p:sp>
      <p:sp>
        <p:nvSpPr>
          <p:cNvPr id="40" name="TextBox 40"/>
          <p:cNvSpPr txBox="1"/>
          <p:nvPr/>
        </p:nvSpPr>
        <p:spPr>
          <a:xfrm>
            <a:off x="3535784" y="2582089"/>
            <a:ext cx="5077793" cy="5781391"/>
          </a:xfrm>
          <a:prstGeom prst="rect">
            <a:avLst/>
          </a:prstGeom>
        </p:spPr>
        <p:txBody>
          <a:bodyPr wrap="square" lIns="0" tIns="0" rIns="0" bIns="0" rtlCol="0" anchor="t">
            <a:spAutoFit/>
          </a:bodyPr>
          <a:lstStyle/>
          <a:p>
            <a:pPr algn="ctr">
              <a:lnSpc>
                <a:spcPct val="150000"/>
              </a:lnSpc>
              <a:spcBef>
                <a:spcPct val="0"/>
              </a:spcBef>
            </a:pPr>
            <a:r>
              <a:rPr lang="en-US" sz="2299" dirty="0">
                <a:solidFill>
                  <a:srgbClr val="000000"/>
                </a:solidFill>
                <a:latin typeface="Canva Sans"/>
                <a:ea typeface="Canva Sans"/>
                <a:cs typeface="Canva Sans"/>
                <a:sym typeface="Canva Sans"/>
              </a:rPr>
              <a:t>Proses </a:t>
            </a:r>
            <a:r>
              <a:rPr lang="en-US" sz="2299" dirty="0" err="1">
                <a:solidFill>
                  <a:srgbClr val="000000"/>
                </a:solidFill>
                <a:latin typeface="Canva Sans"/>
                <a:ea typeface="Canva Sans"/>
                <a:cs typeface="Canva Sans"/>
                <a:sym typeface="Canva Sans"/>
              </a:rPr>
              <a:t>penyewaan</a:t>
            </a:r>
            <a:r>
              <a:rPr lang="en-US" sz="2299" dirty="0">
                <a:solidFill>
                  <a:srgbClr val="000000"/>
                </a:solidFill>
                <a:latin typeface="Canva Sans"/>
                <a:ea typeface="Canva Sans"/>
                <a:cs typeface="Canva Sans"/>
                <a:sym typeface="Canva Sans"/>
              </a:rPr>
              <a:t> </a:t>
            </a:r>
            <a:r>
              <a:rPr lang="en-US" sz="2299" dirty="0" err="1">
                <a:solidFill>
                  <a:srgbClr val="000000"/>
                </a:solidFill>
                <a:latin typeface="Canva Sans"/>
                <a:ea typeface="Canva Sans"/>
                <a:cs typeface="Canva Sans"/>
                <a:sym typeface="Canva Sans"/>
              </a:rPr>
              <a:t>mobil</a:t>
            </a:r>
            <a:r>
              <a:rPr lang="en-US" sz="2299" dirty="0">
                <a:solidFill>
                  <a:srgbClr val="000000"/>
                </a:solidFill>
                <a:latin typeface="Canva Sans"/>
                <a:ea typeface="Canva Sans"/>
                <a:cs typeface="Canva Sans"/>
                <a:sym typeface="Canva Sans"/>
              </a:rPr>
              <a:t> yang </a:t>
            </a:r>
            <a:r>
              <a:rPr lang="en-US" sz="2299" dirty="0" err="1">
                <a:solidFill>
                  <a:srgbClr val="000000"/>
                </a:solidFill>
                <a:latin typeface="Canva Sans"/>
                <a:ea typeface="Canva Sans"/>
                <a:cs typeface="Canva Sans"/>
                <a:sym typeface="Canva Sans"/>
              </a:rPr>
              <a:t>masih</a:t>
            </a:r>
            <a:r>
              <a:rPr lang="en-US" sz="2299" dirty="0">
                <a:solidFill>
                  <a:srgbClr val="000000"/>
                </a:solidFill>
                <a:latin typeface="Canva Sans"/>
                <a:ea typeface="Canva Sans"/>
                <a:cs typeface="Canva Sans"/>
                <a:sym typeface="Canva Sans"/>
              </a:rPr>
              <a:t> </a:t>
            </a:r>
            <a:r>
              <a:rPr lang="en-US" sz="2299" dirty="0" err="1">
                <a:solidFill>
                  <a:srgbClr val="000000"/>
                </a:solidFill>
                <a:latin typeface="Canva Sans"/>
                <a:ea typeface="Canva Sans"/>
                <a:cs typeface="Canva Sans"/>
                <a:sym typeface="Canva Sans"/>
              </a:rPr>
              <a:t>dilakukan</a:t>
            </a:r>
            <a:r>
              <a:rPr lang="en-US" sz="2299" dirty="0">
                <a:solidFill>
                  <a:srgbClr val="000000"/>
                </a:solidFill>
                <a:latin typeface="Canva Sans"/>
                <a:ea typeface="Canva Sans"/>
                <a:cs typeface="Canva Sans"/>
                <a:sym typeface="Canva Sans"/>
              </a:rPr>
              <a:t> </a:t>
            </a:r>
            <a:r>
              <a:rPr lang="en-US" sz="2299" dirty="0" err="1">
                <a:solidFill>
                  <a:srgbClr val="000000"/>
                </a:solidFill>
                <a:latin typeface="Canva Sans"/>
                <a:ea typeface="Canva Sans"/>
                <a:cs typeface="Canva Sans"/>
                <a:sym typeface="Canva Sans"/>
              </a:rPr>
              <a:t>secara</a:t>
            </a:r>
            <a:r>
              <a:rPr lang="en-US" sz="2299" dirty="0">
                <a:solidFill>
                  <a:srgbClr val="000000"/>
                </a:solidFill>
                <a:latin typeface="Canva Sans"/>
                <a:ea typeface="Canva Sans"/>
                <a:cs typeface="Canva Sans"/>
                <a:sym typeface="Canva Sans"/>
              </a:rPr>
              <a:t> manual </a:t>
            </a:r>
            <a:r>
              <a:rPr lang="en-US" sz="2299" dirty="0" err="1">
                <a:solidFill>
                  <a:srgbClr val="000000"/>
                </a:solidFill>
                <a:latin typeface="Canva Sans"/>
                <a:ea typeface="Canva Sans"/>
                <a:cs typeface="Canva Sans"/>
                <a:sym typeface="Canva Sans"/>
              </a:rPr>
              <a:t>sering</a:t>
            </a:r>
            <a:r>
              <a:rPr lang="en-US" sz="2299" dirty="0">
                <a:solidFill>
                  <a:srgbClr val="000000"/>
                </a:solidFill>
                <a:latin typeface="Canva Sans"/>
                <a:ea typeface="Canva Sans"/>
                <a:cs typeface="Canva Sans"/>
                <a:sym typeface="Canva Sans"/>
              </a:rPr>
              <a:t> </a:t>
            </a:r>
            <a:r>
              <a:rPr lang="en-US" sz="2299" dirty="0" err="1">
                <a:solidFill>
                  <a:srgbClr val="000000"/>
                </a:solidFill>
                <a:latin typeface="Canva Sans"/>
                <a:ea typeface="Canva Sans"/>
                <a:cs typeface="Canva Sans"/>
                <a:sym typeface="Canva Sans"/>
              </a:rPr>
              <a:t>menyebabkan</a:t>
            </a:r>
            <a:r>
              <a:rPr lang="en-US" sz="2299" dirty="0">
                <a:solidFill>
                  <a:srgbClr val="000000"/>
                </a:solidFill>
                <a:latin typeface="Canva Sans"/>
                <a:ea typeface="Canva Sans"/>
                <a:cs typeface="Canva Sans"/>
                <a:sym typeface="Canva Sans"/>
              </a:rPr>
              <a:t> </a:t>
            </a:r>
            <a:r>
              <a:rPr lang="en-US" sz="2299" dirty="0" err="1">
                <a:solidFill>
                  <a:srgbClr val="000000"/>
                </a:solidFill>
                <a:latin typeface="Canva Sans"/>
                <a:ea typeface="Canva Sans"/>
                <a:cs typeface="Canva Sans"/>
                <a:sym typeface="Canva Sans"/>
              </a:rPr>
              <a:t>kesalahan</a:t>
            </a:r>
            <a:r>
              <a:rPr lang="en-US" sz="2299" dirty="0">
                <a:solidFill>
                  <a:srgbClr val="000000"/>
                </a:solidFill>
                <a:latin typeface="Canva Sans"/>
                <a:ea typeface="Canva Sans"/>
                <a:cs typeface="Canva Sans"/>
                <a:sym typeface="Canva Sans"/>
              </a:rPr>
              <a:t> </a:t>
            </a:r>
            <a:r>
              <a:rPr lang="en-US" sz="2299" dirty="0" err="1">
                <a:solidFill>
                  <a:srgbClr val="000000"/>
                </a:solidFill>
                <a:latin typeface="Canva Sans"/>
                <a:ea typeface="Canva Sans"/>
                <a:cs typeface="Canva Sans"/>
                <a:sym typeface="Canva Sans"/>
              </a:rPr>
              <a:t>pencatatan</a:t>
            </a:r>
            <a:r>
              <a:rPr lang="en-US" sz="2299" dirty="0">
                <a:solidFill>
                  <a:srgbClr val="000000"/>
                </a:solidFill>
                <a:latin typeface="Canva Sans"/>
                <a:ea typeface="Canva Sans"/>
                <a:cs typeface="Canva Sans"/>
                <a:sym typeface="Canva Sans"/>
              </a:rPr>
              <a:t> data dan </a:t>
            </a:r>
            <a:r>
              <a:rPr lang="en-US" sz="2299" dirty="0" err="1">
                <a:solidFill>
                  <a:srgbClr val="000000"/>
                </a:solidFill>
                <a:latin typeface="Canva Sans"/>
                <a:ea typeface="Canva Sans"/>
                <a:cs typeface="Canva Sans"/>
                <a:sym typeface="Canva Sans"/>
              </a:rPr>
              <a:t>memerlukan</a:t>
            </a:r>
            <a:r>
              <a:rPr lang="en-US" sz="2299" dirty="0">
                <a:solidFill>
                  <a:srgbClr val="000000"/>
                </a:solidFill>
                <a:latin typeface="Canva Sans"/>
                <a:ea typeface="Canva Sans"/>
                <a:cs typeface="Canva Sans"/>
                <a:sym typeface="Canva Sans"/>
              </a:rPr>
              <a:t> </a:t>
            </a:r>
            <a:r>
              <a:rPr lang="en-US" sz="2299" dirty="0" err="1">
                <a:solidFill>
                  <a:srgbClr val="000000"/>
                </a:solidFill>
                <a:latin typeface="Canva Sans"/>
                <a:ea typeface="Canva Sans"/>
                <a:cs typeface="Canva Sans"/>
                <a:sym typeface="Canva Sans"/>
              </a:rPr>
              <a:t>waktu</a:t>
            </a:r>
            <a:r>
              <a:rPr lang="en-US" sz="2299" dirty="0">
                <a:solidFill>
                  <a:srgbClr val="000000"/>
                </a:solidFill>
                <a:latin typeface="Canva Sans"/>
                <a:ea typeface="Canva Sans"/>
                <a:cs typeface="Canva Sans"/>
                <a:sym typeface="Canva Sans"/>
              </a:rPr>
              <a:t> yang </a:t>
            </a:r>
            <a:r>
              <a:rPr lang="en-US" sz="2299" dirty="0" err="1">
                <a:solidFill>
                  <a:srgbClr val="000000"/>
                </a:solidFill>
                <a:latin typeface="Canva Sans"/>
                <a:ea typeface="Canva Sans"/>
                <a:cs typeface="Canva Sans"/>
                <a:sym typeface="Canva Sans"/>
              </a:rPr>
              <a:t>lebih</a:t>
            </a:r>
            <a:r>
              <a:rPr lang="en-US" sz="2299" dirty="0">
                <a:solidFill>
                  <a:srgbClr val="000000"/>
                </a:solidFill>
                <a:latin typeface="Canva Sans"/>
                <a:ea typeface="Canva Sans"/>
                <a:cs typeface="Canva Sans"/>
                <a:sym typeface="Canva Sans"/>
              </a:rPr>
              <a:t> lama. Oleh </a:t>
            </a:r>
            <a:r>
              <a:rPr lang="en-US" sz="2299" dirty="0" err="1">
                <a:solidFill>
                  <a:srgbClr val="000000"/>
                </a:solidFill>
                <a:latin typeface="Canva Sans"/>
                <a:ea typeface="Canva Sans"/>
                <a:cs typeface="Canva Sans"/>
                <a:sym typeface="Canva Sans"/>
              </a:rPr>
              <a:t>karena</a:t>
            </a:r>
            <a:r>
              <a:rPr lang="en-US" sz="2299" dirty="0">
                <a:solidFill>
                  <a:srgbClr val="000000"/>
                </a:solidFill>
                <a:latin typeface="Canva Sans"/>
                <a:ea typeface="Canva Sans"/>
                <a:cs typeface="Canva Sans"/>
                <a:sym typeface="Canva Sans"/>
              </a:rPr>
              <a:t> </a:t>
            </a:r>
            <a:r>
              <a:rPr lang="en-US" sz="2299" dirty="0" err="1">
                <a:solidFill>
                  <a:srgbClr val="000000"/>
                </a:solidFill>
                <a:latin typeface="Canva Sans"/>
                <a:ea typeface="Canva Sans"/>
                <a:cs typeface="Canva Sans"/>
                <a:sym typeface="Canva Sans"/>
              </a:rPr>
              <a:t>itu</a:t>
            </a:r>
            <a:r>
              <a:rPr lang="en-US" sz="2299" dirty="0">
                <a:solidFill>
                  <a:srgbClr val="000000"/>
                </a:solidFill>
                <a:latin typeface="Canva Sans"/>
                <a:ea typeface="Canva Sans"/>
                <a:cs typeface="Canva Sans"/>
                <a:sym typeface="Canva Sans"/>
              </a:rPr>
              <a:t>, </a:t>
            </a:r>
            <a:r>
              <a:rPr lang="en-US" sz="2299" dirty="0" err="1">
                <a:solidFill>
                  <a:srgbClr val="000000"/>
                </a:solidFill>
                <a:latin typeface="Canva Sans"/>
                <a:ea typeface="Canva Sans"/>
                <a:cs typeface="Canva Sans"/>
                <a:sym typeface="Canva Sans"/>
              </a:rPr>
              <a:t>dibuat</a:t>
            </a:r>
            <a:r>
              <a:rPr lang="en-US" sz="2299" dirty="0">
                <a:solidFill>
                  <a:srgbClr val="000000"/>
                </a:solidFill>
                <a:latin typeface="Canva Sans"/>
                <a:ea typeface="Canva Sans"/>
                <a:cs typeface="Canva Sans"/>
                <a:sym typeface="Canva Sans"/>
              </a:rPr>
              <a:t> </a:t>
            </a:r>
            <a:r>
              <a:rPr lang="en-US" sz="2299" dirty="0" err="1">
                <a:solidFill>
                  <a:srgbClr val="000000"/>
                </a:solidFill>
                <a:latin typeface="Canva Sans"/>
                <a:ea typeface="Canva Sans"/>
                <a:cs typeface="Canva Sans"/>
                <a:sym typeface="Canva Sans"/>
              </a:rPr>
              <a:t>aplikasi</a:t>
            </a:r>
            <a:r>
              <a:rPr lang="en-US" sz="2299" dirty="0">
                <a:solidFill>
                  <a:srgbClr val="000000"/>
                </a:solidFill>
                <a:latin typeface="Canva Sans"/>
                <a:ea typeface="Canva Sans"/>
                <a:cs typeface="Canva Sans"/>
                <a:sym typeface="Canva Sans"/>
              </a:rPr>
              <a:t> </a:t>
            </a:r>
            <a:r>
              <a:rPr lang="en-US" sz="2299" dirty="0" err="1">
                <a:solidFill>
                  <a:srgbClr val="000000"/>
                </a:solidFill>
                <a:latin typeface="Canva Sans"/>
                <a:ea typeface="Canva Sans"/>
                <a:cs typeface="Canva Sans"/>
                <a:sym typeface="Canva Sans"/>
              </a:rPr>
              <a:t>DinsRentcar</a:t>
            </a:r>
            <a:r>
              <a:rPr lang="en-US" sz="2299" dirty="0">
                <a:solidFill>
                  <a:srgbClr val="000000"/>
                </a:solidFill>
                <a:latin typeface="Canva Sans"/>
                <a:ea typeface="Canva Sans"/>
                <a:cs typeface="Canva Sans"/>
                <a:sym typeface="Canva Sans"/>
              </a:rPr>
              <a:t> </a:t>
            </a:r>
            <a:r>
              <a:rPr lang="en-US" sz="2299" dirty="0" err="1">
                <a:solidFill>
                  <a:srgbClr val="000000"/>
                </a:solidFill>
                <a:latin typeface="Canva Sans"/>
                <a:ea typeface="Canva Sans"/>
                <a:cs typeface="Canva Sans"/>
                <a:sym typeface="Canva Sans"/>
              </a:rPr>
              <a:t>berbasis</a:t>
            </a:r>
            <a:r>
              <a:rPr lang="en-US" sz="2299" dirty="0">
                <a:solidFill>
                  <a:srgbClr val="000000"/>
                </a:solidFill>
                <a:latin typeface="Canva Sans"/>
                <a:ea typeface="Canva Sans"/>
                <a:cs typeface="Canva Sans"/>
                <a:sym typeface="Canva Sans"/>
              </a:rPr>
              <a:t> Java </a:t>
            </a:r>
            <a:r>
              <a:rPr lang="en-US" sz="2299" dirty="0" err="1">
                <a:solidFill>
                  <a:srgbClr val="000000"/>
                </a:solidFill>
                <a:latin typeface="Canva Sans"/>
                <a:ea typeface="Canva Sans"/>
                <a:cs typeface="Canva Sans"/>
                <a:sym typeface="Canva Sans"/>
              </a:rPr>
              <a:t>ini</a:t>
            </a:r>
            <a:r>
              <a:rPr lang="en-US" sz="2299" dirty="0">
                <a:solidFill>
                  <a:srgbClr val="000000"/>
                </a:solidFill>
                <a:latin typeface="Canva Sans"/>
                <a:ea typeface="Canva Sans"/>
                <a:cs typeface="Canva Sans"/>
                <a:sym typeface="Canva Sans"/>
              </a:rPr>
              <a:t> </a:t>
            </a:r>
            <a:r>
              <a:rPr lang="en-US" sz="2299" dirty="0" err="1">
                <a:solidFill>
                  <a:srgbClr val="000000"/>
                </a:solidFill>
                <a:latin typeface="Canva Sans"/>
                <a:ea typeface="Canva Sans"/>
                <a:cs typeface="Canva Sans"/>
                <a:sym typeface="Canva Sans"/>
              </a:rPr>
              <a:t>untuk</a:t>
            </a:r>
            <a:r>
              <a:rPr lang="en-US" sz="2299" dirty="0">
                <a:solidFill>
                  <a:srgbClr val="000000"/>
                </a:solidFill>
                <a:latin typeface="Canva Sans"/>
                <a:ea typeface="Canva Sans"/>
                <a:cs typeface="Canva Sans"/>
                <a:sym typeface="Canva Sans"/>
              </a:rPr>
              <a:t> </a:t>
            </a:r>
            <a:r>
              <a:rPr lang="en-US" sz="2299" dirty="0" err="1">
                <a:solidFill>
                  <a:srgbClr val="000000"/>
                </a:solidFill>
                <a:latin typeface="Canva Sans"/>
                <a:ea typeface="Canva Sans"/>
                <a:cs typeface="Canva Sans"/>
                <a:sym typeface="Canva Sans"/>
              </a:rPr>
              <a:t>membantu</a:t>
            </a:r>
            <a:r>
              <a:rPr lang="en-US" sz="2299" dirty="0">
                <a:solidFill>
                  <a:srgbClr val="000000"/>
                </a:solidFill>
                <a:latin typeface="Canva Sans"/>
                <a:ea typeface="Canva Sans"/>
                <a:cs typeface="Canva Sans"/>
                <a:sym typeface="Canva Sans"/>
              </a:rPr>
              <a:t> </a:t>
            </a:r>
            <a:r>
              <a:rPr lang="en-US" sz="2299" dirty="0" err="1">
                <a:solidFill>
                  <a:srgbClr val="000000"/>
                </a:solidFill>
                <a:latin typeface="Canva Sans"/>
                <a:ea typeface="Canva Sans"/>
                <a:cs typeface="Canva Sans"/>
                <a:sym typeface="Canva Sans"/>
              </a:rPr>
              <a:t>pengelolaan</a:t>
            </a:r>
            <a:r>
              <a:rPr lang="en-US" sz="2299" dirty="0">
                <a:solidFill>
                  <a:srgbClr val="000000"/>
                </a:solidFill>
                <a:latin typeface="Canva Sans"/>
                <a:ea typeface="Canva Sans"/>
                <a:cs typeface="Canva Sans"/>
                <a:sym typeface="Canva Sans"/>
              </a:rPr>
              <a:t> data </a:t>
            </a:r>
            <a:r>
              <a:rPr lang="en-US" sz="2299" dirty="0" err="1">
                <a:solidFill>
                  <a:srgbClr val="000000"/>
                </a:solidFill>
                <a:latin typeface="Canva Sans"/>
                <a:ea typeface="Canva Sans"/>
                <a:cs typeface="Canva Sans"/>
                <a:sym typeface="Canva Sans"/>
              </a:rPr>
              <a:t>mobil</a:t>
            </a:r>
            <a:r>
              <a:rPr lang="en-US" sz="2299" dirty="0">
                <a:solidFill>
                  <a:srgbClr val="000000"/>
                </a:solidFill>
                <a:latin typeface="Canva Sans"/>
                <a:ea typeface="Canva Sans"/>
                <a:cs typeface="Canva Sans"/>
                <a:sym typeface="Canva Sans"/>
              </a:rPr>
              <a:t>, data </a:t>
            </a:r>
            <a:r>
              <a:rPr lang="en-US" sz="2299" dirty="0" err="1">
                <a:solidFill>
                  <a:srgbClr val="000000"/>
                </a:solidFill>
                <a:latin typeface="Canva Sans"/>
                <a:ea typeface="Canva Sans"/>
                <a:cs typeface="Canva Sans"/>
                <a:sym typeface="Canva Sans"/>
              </a:rPr>
              <a:t>pelanggan</a:t>
            </a:r>
            <a:r>
              <a:rPr lang="en-US" sz="2299" dirty="0">
                <a:solidFill>
                  <a:srgbClr val="000000"/>
                </a:solidFill>
                <a:latin typeface="Canva Sans"/>
                <a:ea typeface="Canva Sans"/>
                <a:cs typeface="Canva Sans"/>
                <a:sym typeface="Canva Sans"/>
              </a:rPr>
              <a:t>, dan </a:t>
            </a:r>
            <a:r>
              <a:rPr lang="en-US" sz="2299" dirty="0" err="1">
                <a:solidFill>
                  <a:srgbClr val="000000"/>
                </a:solidFill>
                <a:latin typeface="Canva Sans"/>
                <a:ea typeface="Canva Sans"/>
                <a:cs typeface="Canva Sans"/>
                <a:sym typeface="Canva Sans"/>
              </a:rPr>
              <a:t>transaksi</a:t>
            </a:r>
            <a:r>
              <a:rPr lang="en-US" sz="2299" dirty="0">
                <a:solidFill>
                  <a:srgbClr val="000000"/>
                </a:solidFill>
                <a:latin typeface="Canva Sans"/>
                <a:ea typeface="Canva Sans"/>
                <a:cs typeface="Canva Sans"/>
                <a:sym typeface="Canva Sans"/>
              </a:rPr>
              <a:t> </a:t>
            </a:r>
            <a:r>
              <a:rPr lang="en-US" sz="2299" dirty="0" err="1">
                <a:solidFill>
                  <a:srgbClr val="000000"/>
                </a:solidFill>
                <a:latin typeface="Canva Sans"/>
                <a:ea typeface="Canva Sans"/>
                <a:cs typeface="Canva Sans"/>
                <a:sym typeface="Canva Sans"/>
              </a:rPr>
              <a:t>penyewaan</a:t>
            </a:r>
            <a:r>
              <a:rPr lang="en-US" sz="2299" dirty="0">
                <a:solidFill>
                  <a:srgbClr val="000000"/>
                </a:solidFill>
                <a:latin typeface="Canva Sans"/>
                <a:ea typeface="Canva Sans"/>
                <a:cs typeface="Canva Sans"/>
                <a:sym typeface="Canva Sans"/>
              </a:rPr>
              <a:t> </a:t>
            </a:r>
            <a:r>
              <a:rPr lang="en-US" sz="2299" dirty="0" err="1">
                <a:solidFill>
                  <a:srgbClr val="000000"/>
                </a:solidFill>
                <a:latin typeface="Canva Sans"/>
                <a:ea typeface="Canva Sans"/>
                <a:cs typeface="Canva Sans"/>
                <a:sym typeface="Canva Sans"/>
              </a:rPr>
              <a:t>secara</a:t>
            </a:r>
            <a:r>
              <a:rPr lang="en-US" sz="2299" dirty="0">
                <a:solidFill>
                  <a:srgbClr val="000000"/>
                </a:solidFill>
                <a:latin typeface="Canva Sans"/>
                <a:ea typeface="Canva Sans"/>
                <a:cs typeface="Canva Sans"/>
                <a:sym typeface="Canva Sans"/>
              </a:rPr>
              <a:t> </a:t>
            </a:r>
            <a:r>
              <a:rPr lang="en-US" sz="2299" dirty="0" err="1">
                <a:solidFill>
                  <a:srgbClr val="000000"/>
                </a:solidFill>
                <a:latin typeface="Canva Sans"/>
                <a:ea typeface="Canva Sans"/>
                <a:cs typeface="Canva Sans"/>
                <a:sym typeface="Canva Sans"/>
              </a:rPr>
              <a:t>lebih</a:t>
            </a:r>
            <a:r>
              <a:rPr lang="en-US" sz="2299" dirty="0">
                <a:solidFill>
                  <a:srgbClr val="000000"/>
                </a:solidFill>
                <a:latin typeface="Canva Sans"/>
                <a:ea typeface="Canva Sans"/>
                <a:cs typeface="Canva Sans"/>
                <a:sym typeface="Canva Sans"/>
              </a:rPr>
              <a:t> </a:t>
            </a:r>
            <a:r>
              <a:rPr lang="en-US" sz="2299" dirty="0" err="1">
                <a:solidFill>
                  <a:srgbClr val="000000"/>
                </a:solidFill>
                <a:latin typeface="Canva Sans"/>
                <a:ea typeface="Canva Sans"/>
                <a:cs typeface="Canva Sans"/>
                <a:sym typeface="Canva Sans"/>
              </a:rPr>
              <a:t>cepat</a:t>
            </a:r>
            <a:r>
              <a:rPr lang="en-US" sz="2299" dirty="0">
                <a:solidFill>
                  <a:srgbClr val="000000"/>
                </a:solidFill>
                <a:latin typeface="Canva Sans"/>
                <a:ea typeface="Canva Sans"/>
                <a:cs typeface="Canva Sans"/>
                <a:sym typeface="Canva Sans"/>
              </a:rPr>
              <a:t>, </a:t>
            </a:r>
            <a:r>
              <a:rPr lang="en-US" sz="2299" dirty="0" err="1">
                <a:solidFill>
                  <a:srgbClr val="000000"/>
                </a:solidFill>
                <a:latin typeface="Canva Sans"/>
                <a:ea typeface="Canva Sans"/>
                <a:cs typeface="Canva Sans"/>
                <a:sym typeface="Canva Sans"/>
              </a:rPr>
              <a:t>mudah</a:t>
            </a:r>
            <a:r>
              <a:rPr lang="en-US" sz="2299" dirty="0">
                <a:solidFill>
                  <a:srgbClr val="000000"/>
                </a:solidFill>
                <a:latin typeface="Canva Sans"/>
                <a:ea typeface="Canva Sans"/>
                <a:cs typeface="Canva Sans"/>
                <a:sym typeface="Canva Sans"/>
              </a:rPr>
              <a:t>, </a:t>
            </a:r>
            <a:r>
              <a:rPr lang="en-US" sz="2299" dirty="0" err="1">
                <a:solidFill>
                  <a:srgbClr val="000000"/>
                </a:solidFill>
                <a:latin typeface="Canva Sans"/>
                <a:ea typeface="Canva Sans"/>
                <a:cs typeface="Canva Sans"/>
                <a:sym typeface="Canva Sans"/>
              </a:rPr>
              <a:t>efesien</a:t>
            </a:r>
            <a:r>
              <a:rPr lang="en-US" sz="2299" dirty="0">
                <a:solidFill>
                  <a:srgbClr val="000000"/>
                </a:solidFill>
                <a:latin typeface="Canva Sans"/>
                <a:ea typeface="Canva Sans"/>
                <a:cs typeface="Canva Sans"/>
                <a:sym typeface="Canva Sans"/>
              </a:rPr>
              <a:t> dan </a:t>
            </a:r>
            <a:r>
              <a:rPr lang="en-US" sz="2299" dirty="0" err="1">
                <a:solidFill>
                  <a:srgbClr val="000000"/>
                </a:solidFill>
                <a:latin typeface="Canva Sans"/>
                <a:ea typeface="Canva Sans"/>
                <a:cs typeface="Canva Sans"/>
                <a:sym typeface="Canva Sans"/>
              </a:rPr>
              <a:t>terorganisir</a:t>
            </a:r>
            <a:r>
              <a:rPr lang="en-US" sz="2299" dirty="0">
                <a:solidFill>
                  <a:srgbClr val="000000"/>
                </a:solidFill>
                <a:latin typeface="Canva Sans"/>
                <a:ea typeface="Canva Sans"/>
                <a:cs typeface="Canva Sans"/>
                <a:sym typeface="Canva Sans"/>
              </a:rPr>
              <a:t>.</a:t>
            </a:r>
          </a:p>
        </p:txBody>
      </p:sp>
      <p:sp>
        <p:nvSpPr>
          <p:cNvPr id="41" name="TextBox 41"/>
          <p:cNvSpPr txBox="1"/>
          <p:nvPr/>
        </p:nvSpPr>
        <p:spPr>
          <a:xfrm>
            <a:off x="9920044" y="1479740"/>
            <a:ext cx="6670651" cy="2134842"/>
          </a:xfrm>
          <a:prstGeom prst="rect">
            <a:avLst/>
          </a:prstGeom>
        </p:spPr>
        <p:txBody>
          <a:bodyPr lIns="0" tIns="0" rIns="0" bIns="0" rtlCol="0" anchor="t">
            <a:spAutoFit/>
          </a:bodyPr>
          <a:lstStyle/>
          <a:p>
            <a:pPr algn="l">
              <a:lnSpc>
                <a:spcPts val="7516"/>
              </a:lnSpc>
            </a:pPr>
            <a:r>
              <a:rPr lang="en-US" sz="10021">
                <a:solidFill>
                  <a:srgbClr val="F9C324"/>
                </a:solidFill>
                <a:latin typeface="Cubao"/>
                <a:ea typeface="Cubao"/>
                <a:cs typeface="Cubao"/>
                <a:sym typeface="Cubao"/>
              </a:rPr>
              <a:t>TUJUAN APLIKASI</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C3E7FC">
                <a:alpha val="100000"/>
              </a:srgbClr>
            </a:gs>
            <a:gs pos="100000">
              <a:srgbClr val="2F3659">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Freeform 2"/>
          <p:cNvSpPr/>
          <p:nvPr/>
        </p:nvSpPr>
        <p:spPr>
          <a:xfrm>
            <a:off x="-606333" y="4342989"/>
            <a:ext cx="19500667" cy="5354087"/>
          </a:xfrm>
          <a:custGeom>
            <a:avLst/>
            <a:gdLst/>
            <a:ahLst/>
            <a:cxnLst/>
            <a:rect l="l" t="t" r="r" b="b"/>
            <a:pathLst>
              <a:path w="19500667" h="5354087">
                <a:moveTo>
                  <a:pt x="0" y="0"/>
                </a:moveTo>
                <a:lnTo>
                  <a:pt x="19500666" y="0"/>
                </a:lnTo>
                <a:lnTo>
                  <a:pt x="19500666" y="5354088"/>
                </a:lnTo>
                <a:lnTo>
                  <a:pt x="0" y="5354088"/>
                </a:lnTo>
                <a:lnTo>
                  <a:pt x="0" y="0"/>
                </a:lnTo>
                <a:close/>
              </a:path>
            </a:pathLst>
          </a:custGeom>
          <a:blipFill>
            <a:blip r:embed="rId2">
              <a:alphaModFix amt="54000"/>
              <a:extLst>
                <a:ext uri="{96DAC541-7B7A-43D3-8B79-37D633B846F1}">
                  <asvg:svgBlip xmlns:asvg="http://schemas.microsoft.com/office/drawing/2016/SVG/main" r:embed="rId3"/>
                </a:ext>
              </a:extLst>
            </a:blip>
            <a:stretch>
              <a:fillRect/>
            </a:stretch>
          </a:blipFill>
        </p:spPr>
      </p:sp>
      <p:sp>
        <p:nvSpPr>
          <p:cNvPr id="3" name="Freeform 3"/>
          <p:cNvSpPr/>
          <p:nvPr/>
        </p:nvSpPr>
        <p:spPr>
          <a:xfrm>
            <a:off x="12166260" y="-410559"/>
            <a:ext cx="4424434" cy="2501816"/>
          </a:xfrm>
          <a:custGeom>
            <a:avLst/>
            <a:gdLst/>
            <a:ahLst/>
            <a:cxnLst/>
            <a:rect l="l" t="t" r="r" b="b"/>
            <a:pathLst>
              <a:path w="4424434" h="2501816">
                <a:moveTo>
                  <a:pt x="0" y="0"/>
                </a:moveTo>
                <a:lnTo>
                  <a:pt x="4424435" y="0"/>
                </a:lnTo>
                <a:lnTo>
                  <a:pt x="4424435" y="2501817"/>
                </a:lnTo>
                <a:lnTo>
                  <a:pt x="0" y="2501817"/>
                </a:lnTo>
                <a:lnTo>
                  <a:pt x="0" y="0"/>
                </a:lnTo>
                <a:close/>
              </a:path>
            </a:pathLst>
          </a:custGeom>
          <a:blipFill>
            <a:blip r:embed="rId4">
              <a:alphaModFix amt="25000"/>
              <a:extLst>
                <a:ext uri="{96DAC541-7B7A-43D3-8B79-37D633B846F1}">
                  <asvg:svgBlip xmlns:asvg="http://schemas.microsoft.com/office/drawing/2016/SVG/main" r:embed="rId5"/>
                </a:ext>
              </a:extLst>
            </a:blip>
            <a:stretch>
              <a:fillRect/>
            </a:stretch>
          </a:blipFill>
        </p:spPr>
      </p:sp>
      <p:grpSp>
        <p:nvGrpSpPr>
          <p:cNvPr id="4" name="Group 4"/>
          <p:cNvGrpSpPr/>
          <p:nvPr/>
        </p:nvGrpSpPr>
        <p:grpSpPr>
          <a:xfrm>
            <a:off x="1028700" y="1624115"/>
            <a:ext cx="16230600" cy="7634185"/>
            <a:chOff x="0" y="0"/>
            <a:chExt cx="4274726" cy="2010650"/>
          </a:xfrm>
        </p:grpSpPr>
        <p:sp>
          <p:nvSpPr>
            <p:cNvPr id="5" name="Freeform 5"/>
            <p:cNvSpPr/>
            <p:nvPr/>
          </p:nvSpPr>
          <p:spPr>
            <a:xfrm>
              <a:off x="0" y="0"/>
              <a:ext cx="4274726" cy="2010650"/>
            </a:xfrm>
            <a:custGeom>
              <a:avLst/>
              <a:gdLst/>
              <a:ahLst/>
              <a:cxnLst/>
              <a:rect l="l" t="t" r="r" b="b"/>
              <a:pathLst>
                <a:path w="4274726" h="2010650">
                  <a:moveTo>
                    <a:pt x="12879" y="0"/>
                  </a:moveTo>
                  <a:lnTo>
                    <a:pt x="4261847" y="0"/>
                  </a:lnTo>
                  <a:cubicBezTo>
                    <a:pt x="4268960" y="0"/>
                    <a:pt x="4274726" y="5766"/>
                    <a:pt x="4274726" y="12879"/>
                  </a:cubicBezTo>
                  <a:lnTo>
                    <a:pt x="4274726" y="1997771"/>
                  </a:lnTo>
                  <a:cubicBezTo>
                    <a:pt x="4274726" y="2001186"/>
                    <a:pt x="4273369" y="2004462"/>
                    <a:pt x="4270954" y="2006878"/>
                  </a:cubicBezTo>
                  <a:cubicBezTo>
                    <a:pt x="4268539" y="2009293"/>
                    <a:pt x="4265263" y="2010650"/>
                    <a:pt x="4261847" y="2010650"/>
                  </a:cubicBezTo>
                  <a:lnTo>
                    <a:pt x="12879" y="2010650"/>
                  </a:lnTo>
                  <a:cubicBezTo>
                    <a:pt x="5766" y="2010650"/>
                    <a:pt x="0" y="2004883"/>
                    <a:pt x="0" y="1997771"/>
                  </a:cubicBezTo>
                  <a:lnTo>
                    <a:pt x="0" y="12879"/>
                  </a:lnTo>
                  <a:cubicBezTo>
                    <a:pt x="0" y="5766"/>
                    <a:pt x="5766" y="0"/>
                    <a:pt x="12879" y="0"/>
                  </a:cubicBezTo>
                  <a:close/>
                </a:path>
              </a:pathLst>
            </a:custGeom>
            <a:solidFill>
              <a:srgbClr val="FFFFFF"/>
            </a:solidFill>
          </p:spPr>
          <p:txBody>
            <a:bodyPr/>
            <a:lstStyle/>
            <a:p>
              <a:endParaRPr lang="en-US" dirty="0"/>
            </a:p>
          </p:txBody>
        </p:sp>
        <p:sp>
          <p:nvSpPr>
            <p:cNvPr id="6" name="TextBox 6"/>
            <p:cNvSpPr txBox="1"/>
            <p:nvPr/>
          </p:nvSpPr>
          <p:spPr>
            <a:xfrm>
              <a:off x="0" y="-38100"/>
              <a:ext cx="4274726" cy="2048750"/>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2011736" y="845640"/>
            <a:ext cx="5613387" cy="8595719"/>
          </a:xfrm>
          <a:custGeom>
            <a:avLst/>
            <a:gdLst/>
            <a:ahLst/>
            <a:cxnLst/>
            <a:rect l="l" t="t" r="r" b="b"/>
            <a:pathLst>
              <a:path w="5613387" h="8595719">
                <a:moveTo>
                  <a:pt x="0" y="0"/>
                </a:moveTo>
                <a:lnTo>
                  <a:pt x="5613387" y="0"/>
                </a:lnTo>
                <a:lnTo>
                  <a:pt x="5613387" y="8595720"/>
                </a:lnTo>
                <a:lnTo>
                  <a:pt x="0" y="859572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8" name="Group 8"/>
          <p:cNvGrpSpPr/>
          <p:nvPr/>
        </p:nvGrpSpPr>
        <p:grpSpPr>
          <a:xfrm>
            <a:off x="-1562147" y="9258300"/>
            <a:ext cx="21205933" cy="8243149"/>
            <a:chOff x="0" y="0"/>
            <a:chExt cx="5585102" cy="2171035"/>
          </a:xfrm>
        </p:grpSpPr>
        <p:sp>
          <p:nvSpPr>
            <p:cNvPr id="9" name="Freeform 9"/>
            <p:cNvSpPr/>
            <p:nvPr/>
          </p:nvSpPr>
          <p:spPr>
            <a:xfrm>
              <a:off x="0" y="0"/>
              <a:ext cx="5585102" cy="2171035"/>
            </a:xfrm>
            <a:custGeom>
              <a:avLst/>
              <a:gdLst/>
              <a:ahLst/>
              <a:cxnLst/>
              <a:rect l="l" t="t" r="r" b="b"/>
              <a:pathLst>
                <a:path w="5585102" h="2171035">
                  <a:moveTo>
                    <a:pt x="0" y="0"/>
                  </a:moveTo>
                  <a:lnTo>
                    <a:pt x="5585102" y="0"/>
                  </a:lnTo>
                  <a:lnTo>
                    <a:pt x="5585102" y="2171035"/>
                  </a:lnTo>
                  <a:lnTo>
                    <a:pt x="0" y="2171035"/>
                  </a:lnTo>
                  <a:close/>
                </a:path>
              </a:pathLst>
            </a:custGeom>
            <a:solidFill>
              <a:srgbClr val="3E3B39"/>
            </a:solidFill>
          </p:spPr>
        </p:sp>
        <p:sp>
          <p:nvSpPr>
            <p:cNvPr id="10" name="TextBox 10"/>
            <p:cNvSpPr txBox="1"/>
            <p:nvPr/>
          </p:nvSpPr>
          <p:spPr>
            <a:xfrm>
              <a:off x="0" y="-9525"/>
              <a:ext cx="5585102" cy="2180560"/>
            </a:xfrm>
            <a:prstGeom prst="rect">
              <a:avLst/>
            </a:prstGeom>
          </p:spPr>
          <p:txBody>
            <a:bodyPr lIns="50800" tIns="50800" rIns="50800" bIns="50800" rtlCol="0" anchor="ctr"/>
            <a:lstStyle/>
            <a:p>
              <a:pPr algn="ctr">
                <a:lnSpc>
                  <a:spcPts val="2363"/>
                </a:lnSpc>
              </a:pPr>
              <a:endParaRPr/>
            </a:p>
          </p:txBody>
        </p:sp>
      </p:grpSp>
      <p:grpSp>
        <p:nvGrpSpPr>
          <p:cNvPr id="11" name="Group 11"/>
          <p:cNvGrpSpPr/>
          <p:nvPr/>
        </p:nvGrpSpPr>
        <p:grpSpPr>
          <a:xfrm>
            <a:off x="553409" y="9739067"/>
            <a:ext cx="17181183" cy="110498"/>
            <a:chOff x="0" y="0"/>
            <a:chExt cx="22908243" cy="147331"/>
          </a:xfrm>
        </p:grpSpPr>
        <p:grpSp>
          <p:nvGrpSpPr>
            <p:cNvPr id="12" name="Group 12"/>
            <p:cNvGrpSpPr/>
            <p:nvPr/>
          </p:nvGrpSpPr>
          <p:grpSpPr>
            <a:xfrm>
              <a:off x="0" y="0"/>
              <a:ext cx="3092220" cy="147331"/>
              <a:chOff x="0" y="0"/>
              <a:chExt cx="610809" cy="29102"/>
            </a:xfrm>
          </p:grpSpPr>
          <p:sp>
            <p:nvSpPr>
              <p:cNvPr id="13" name="Freeform 13"/>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sp>
          <p:sp>
            <p:nvSpPr>
              <p:cNvPr id="14" name="TextBox 14"/>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15" name="Group 15"/>
            <p:cNvGrpSpPr/>
            <p:nvPr/>
          </p:nvGrpSpPr>
          <p:grpSpPr>
            <a:xfrm>
              <a:off x="3968711" y="0"/>
              <a:ext cx="3092220" cy="147331"/>
              <a:chOff x="0" y="0"/>
              <a:chExt cx="610809" cy="29102"/>
            </a:xfrm>
          </p:grpSpPr>
          <p:sp>
            <p:nvSpPr>
              <p:cNvPr id="16" name="Freeform 16"/>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sp>
          <p:sp>
            <p:nvSpPr>
              <p:cNvPr id="17" name="TextBox 17"/>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18" name="Group 18"/>
            <p:cNvGrpSpPr/>
            <p:nvPr/>
          </p:nvGrpSpPr>
          <p:grpSpPr>
            <a:xfrm>
              <a:off x="7937231" y="0"/>
              <a:ext cx="3092220" cy="147331"/>
              <a:chOff x="0" y="0"/>
              <a:chExt cx="610809" cy="29102"/>
            </a:xfrm>
          </p:grpSpPr>
          <p:sp>
            <p:nvSpPr>
              <p:cNvPr id="19" name="Freeform 19"/>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sp>
          <p:sp>
            <p:nvSpPr>
              <p:cNvPr id="20" name="TextBox 20"/>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21" name="Group 21"/>
            <p:cNvGrpSpPr/>
            <p:nvPr/>
          </p:nvGrpSpPr>
          <p:grpSpPr>
            <a:xfrm>
              <a:off x="11905941" y="0"/>
              <a:ext cx="3092220" cy="147331"/>
              <a:chOff x="0" y="0"/>
              <a:chExt cx="610809" cy="29102"/>
            </a:xfrm>
          </p:grpSpPr>
          <p:sp>
            <p:nvSpPr>
              <p:cNvPr id="22" name="Freeform 22"/>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sp>
          <p:sp>
            <p:nvSpPr>
              <p:cNvPr id="23" name="TextBox 23"/>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24" name="Group 24"/>
            <p:cNvGrpSpPr/>
            <p:nvPr/>
          </p:nvGrpSpPr>
          <p:grpSpPr>
            <a:xfrm>
              <a:off x="15847313" y="0"/>
              <a:ext cx="3092220" cy="147331"/>
              <a:chOff x="0" y="0"/>
              <a:chExt cx="610809" cy="29102"/>
            </a:xfrm>
          </p:grpSpPr>
          <p:sp>
            <p:nvSpPr>
              <p:cNvPr id="25" name="Freeform 25"/>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sp>
          <p:sp>
            <p:nvSpPr>
              <p:cNvPr id="26" name="TextBox 26"/>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27" name="Group 27"/>
            <p:cNvGrpSpPr/>
            <p:nvPr/>
          </p:nvGrpSpPr>
          <p:grpSpPr>
            <a:xfrm>
              <a:off x="19816024" y="0"/>
              <a:ext cx="3092220" cy="147331"/>
              <a:chOff x="0" y="0"/>
              <a:chExt cx="610809" cy="29102"/>
            </a:xfrm>
          </p:grpSpPr>
          <p:sp>
            <p:nvSpPr>
              <p:cNvPr id="28" name="Freeform 28"/>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sp>
          <p:sp>
            <p:nvSpPr>
              <p:cNvPr id="29" name="TextBox 29"/>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sp>
        <p:nvSpPr>
          <p:cNvPr id="30" name="Freeform 30"/>
          <p:cNvSpPr/>
          <p:nvPr/>
        </p:nvSpPr>
        <p:spPr>
          <a:xfrm rot="1574474">
            <a:off x="2411870" y="686300"/>
            <a:ext cx="323464" cy="308100"/>
          </a:xfrm>
          <a:custGeom>
            <a:avLst/>
            <a:gdLst/>
            <a:ahLst/>
            <a:cxnLst/>
            <a:rect l="l" t="t" r="r" b="b"/>
            <a:pathLst>
              <a:path w="323464" h="308100">
                <a:moveTo>
                  <a:pt x="0" y="0"/>
                </a:moveTo>
                <a:lnTo>
                  <a:pt x="323465" y="0"/>
                </a:lnTo>
                <a:lnTo>
                  <a:pt x="323465" y="308099"/>
                </a:lnTo>
                <a:lnTo>
                  <a:pt x="0" y="30809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31" name="Freeform 31"/>
          <p:cNvSpPr/>
          <p:nvPr/>
        </p:nvSpPr>
        <p:spPr>
          <a:xfrm>
            <a:off x="-269127" y="8395327"/>
            <a:ext cx="3870777" cy="869522"/>
          </a:xfrm>
          <a:custGeom>
            <a:avLst/>
            <a:gdLst/>
            <a:ahLst/>
            <a:cxnLst/>
            <a:rect l="l" t="t" r="r" b="b"/>
            <a:pathLst>
              <a:path w="3870777" h="869522">
                <a:moveTo>
                  <a:pt x="0" y="0"/>
                </a:moveTo>
                <a:lnTo>
                  <a:pt x="3870778" y="0"/>
                </a:lnTo>
                <a:lnTo>
                  <a:pt x="3870778" y="869523"/>
                </a:lnTo>
                <a:lnTo>
                  <a:pt x="0" y="869523"/>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32" name="Freeform 32"/>
          <p:cNvSpPr/>
          <p:nvPr/>
        </p:nvSpPr>
        <p:spPr>
          <a:xfrm>
            <a:off x="1838732" y="8395327"/>
            <a:ext cx="3870777" cy="869522"/>
          </a:xfrm>
          <a:custGeom>
            <a:avLst/>
            <a:gdLst/>
            <a:ahLst/>
            <a:cxnLst/>
            <a:rect l="l" t="t" r="r" b="b"/>
            <a:pathLst>
              <a:path w="3870777" h="869522">
                <a:moveTo>
                  <a:pt x="0" y="0"/>
                </a:moveTo>
                <a:lnTo>
                  <a:pt x="3870777" y="0"/>
                </a:lnTo>
                <a:lnTo>
                  <a:pt x="3870777" y="869523"/>
                </a:lnTo>
                <a:lnTo>
                  <a:pt x="0" y="869523"/>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33" name="Freeform 33"/>
          <p:cNvSpPr/>
          <p:nvPr/>
        </p:nvSpPr>
        <p:spPr>
          <a:xfrm>
            <a:off x="10447226" y="7277341"/>
            <a:ext cx="7315200" cy="2753175"/>
          </a:xfrm>
          <a:custGeom>
            <a:avLst/>
            <a:gdLst/>
            <a:ahLst/>
            <a:cxnLst/>
            <a:rect l="l" t="t" r="r" b="b"/>
            <a:pathLst>
              <a:path w="7315200" h="2753175">
                <a:moveTo>
                  <a:pt x="0" y="0"/>
                </a:moveTo>
                <a:lnTo>
                  <a:pt x="7315200" y="0"/>
                </a:lnTo>
                <a:lnTo>
                  <a:pt x="7315200" y="2753175"/>
                </a:lnTo>
                <a:lnTo>
                  <a:pt x="0" y="2753175"/>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34" name="Freeform 34"/>
          <p:cNvSpPr/>
          <p:nvPr/>
        </p:nvSpPr>
        <p:spPr>
          <a:xfrm rot="-2459989">
            <a:off x="16678542" y="2347467"/>
            <a:ext cx="808429" cy="1141985"/>
          </a:xfrm>
          <a:custGeom>
            <a:avLst/>
            <a:gdLst/>
            <a:ahLst/>
            <a:cxnLst/>
            <a:rect l="l" t="t" r="r" b="b"/>
            <a:pathLst>
              <a:path w="808429" h="1141985">
                <a:moveTo>
                  <a:pt x="0" y="0"/>
                </a:moveTo>
                <a:lnTo>
                  <a:pt x="808429" y="0"/>
                </a:lnTo>
                <a:lnTo>
                  <a:pt x="808429" y="1141985"/>
                </a:lnTo>
                <a:lnTo>
                  <a:pt x="0" y="1141985"/>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35" name="Freeform 35"/>
          <p:cNvSpPr/>
          <p:nvPr/>
        </p:nvSpPr>
        <p:spPr>
          <a:xfrm rot="1574474">
            <a:off x="17513181" y="5235068"/>
            <a:ext cx="442821" cy="421787"/>
          </a:xfrm>
          <a:custGeom>
            <a:avLst/>
            <a:gdLst/>
            <a:ahLst/>
            <a:cxnLst/>
            <a:rect l="l" t="t" r="r" b="b"/>
            <a:pathLst>
              <a:path w="442821" h="421787">
                <a:moveTo>
                  <a:pt x="0" y="0"/>
                </a:moveTo>
                <a:lnTo>
                  <a:pt x="442821" y="0"/>
                </a:lnTo>
                <a:lnTo>
                  <a:pt x="442821" y="421787"/>
                </a:lnTo>
                <a:lnTo>
                  <a:pt x="0" y="42178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36" name="Freeform 36"/>
          <p:cNvSpPr/>
          <p:nvPr/>
        </p:nvSpPr>
        <p:spPr>
          <a:xfrm>
            <a:off x="3321771" y="2756155"/>
            <a:ext cx="6942003" cy="4929435"/>
          </a:xfrm>
          <a:custGeom>
            <a:avLst/>
            <a:gdLst/>
            <a:ahLst/>
            <a:cxnLst/>
            <a:rect l="l" t="t" r="r" b="b"/>
            <a:pathLst>
              <a:path w="11543568" h="4929435">
                <a:moveTo>
                  <a:pt x="0" y="0"/>
                </a:moveTo>
                <a:lnTo>
                  <a:pt x="11543568" y="0"/>
                </a:lnTo>
                <a:lnTo>
                  <a:pt x="11543568" y="4929435"/>
                </a:lnTo>
                <a:lnTo>
                  <a:pt x="0" y="4929435"/>
                </a:lnTo>
                <a:lnTo>
                  <a:pt x="0" y="0"/>
                </a:lnTo>
                <a:close/>
              </a:path>
            </a:pathLst>
          </a:custGeom>
          <a:blipFill>
            <a:blip r:embed="rId18"/>
            <a:stretch>
              <a:fillRect l="-3278" r="-3278" b="-1060"/>
            </a:stretch>
          </a:blipFill>
        </p:spPr>
      </p:sp>
      <p:sp>
        <p:nvSpPr>
          <p:cNvPr id="37" name="TextBox 37"/>
          <p:cNvSpPr txBox="1"/>
          <p:nvPr/>
        </p:nvSpPr>
        <p:spPr>
          <a:xfrm>
            <a:off x="3189239" y="2122475"/>
            <a:ext cx="5802361" cy="468911"/>
          </a:xfrm>
          <a:prstGeom prst="rect">
            <a:avLst/>
          </a:prstGeom>
        </p:spPr>
        <p:txBody>
          <a:bodyPr wrap="square" lIns="0" tIns="0" rIns="0" bIns="0" rtlCol="0" anchor="t">
            <a:spAutoFit/>
          </a:bodyPr>
          <a:lstStyle/>
          <a:p>
            <a:pPr algn="l">
              <a:lnSpc>
                <a:spcPts val="4200"/>
              </a:lnSpc>
              <a:spcBef>
                <a:spcPct val="0"/>
              </a:spcBef>
            </a:pPr>
            <a:r>
              <a:rPr lang="en-US" sz="3000" dirty="0" err="1">
                <a:solidFill>
                  <a:srgbClr val="202124"/>
                </a:solidFill>
                <a:latin typeface="MS Gothic" panose="020B0609070205080204" pitchFamily="49" charset="-128"/>
                <a:ea typeface="MS Gothic" panose="020B0609070205080204" pitchFamily="49" charset="-128"/>
                <a:cs typeface="Public Sans"/>
                <a:sym typeface="Public Sans"/>
              </a:rPr>
              <a:t>tampilan</a:t>
            </a:r>
            <a:r>
              <a:rPr lang="en-US" sz="3000" dirty="0">
                <a:solidFill>
                  <a:srgbClr val="202124"/>
                </a:solidFill>
                <a:latin typeface="MS Gothic" panose="020B0609070205080204" pitchFamily="49" charset="-128"/>
                <a:ea typeface="MS Gothic" panose="020B0609070205080204" pitchFamily="49" charset="-128"/>
                <a:cs typeface="Public Sans"/>
                <a:sym typeface="Public Sans"/>
              </a:rPr>
              <a:t> database dins </a:t>
            </a:r>
            <a:r>
              <a:rPr lang="en-US" sz="3000" dirty="0" err="1">
                <a:solidFill>
                  <a:srgbClr val="202124"/>
                </a:solidFill>
                <a:latin typeface="MS Gothic" panose="020B0609070205080204" pitchFamily="49" charset="-128"/>
                <a:ea typeface="MS Gothic" panose="020B0609070205080204" pitchFamily="49" charset="-128"/>
                <a:cs typeface="Public Sans"/>
                <a:sym typeface="Public Sans"/>
              </a:rPr>
              <a:t>rentcar</a:t>
            </a:r>
            <a:endParaRPr lang="en-US" sz="3000" dirty="0">
              <a:solidFill>
                <a:srgbClr val="202124"/>
              </a:solidFill>
              <a:latin typeface="MS Gothic" panose="020B0609070205080204" pitchFamily="49" charset="-128"/>
              <a:ea typeface="MS Gothic" panose="020B0609070205080204" pitchFamily="49" charset="-128"/>
              <a:cs typeface="Public Sans"/>
              <a:sym typeface="Public Sans"/>
            </a:endParaRPr>
          </a:p>
        </p:txBody>
      </p:sp>
      <p:sp>
        <p:nvSpPr>
          <p:cNvPr id="38" name="TextBox 38"/>
          <p:cNvSpPr txBox="1"/>
          <p:nvPr/>
        </p:nvSpPr>
        <p:spPr>
          <a:xfrm>
            <a:off x="4133759" y="1181536"/>
            <a:ext cx="7045128" cy="1182342"/>
          </a:xfrm>
          <a:prstGeom prst="rect">
            <a:avLst/>
          </a:prstGeom>
        </p:spPr>
        <p:txBody>
          <a:bodyPr lIns="0" tIns="0" rIns="0" bIns="0" rtlCol="0" anchor="t">
            <a:spAutoFit/>
          </a:bodyPr>
          <a:lstStyle/>
          <a:p>
            <a:pPr marL="0" lvl="0" indent="0" algn="l">
              <a:lnSpc>
                <a:spcPts val="7516"/>
              </a:lnSpc>
              <a:spcBef>
                <a:spcPct val="0"/>
              </a:spcBef>
            </a:pPr>
            <a:r>
              <a:rPr lang="en-US" sz="10021">
                <a:solidFill>
                  <a:srgbClr val="F9C324"/>
                </a:solidFill>
                <a:latin typeface="Cubao"/>
                <a:ea typeface="Cubao"/>
                <a:cs typeface="Cubao"/>
                <a:sym typeface="Cubao"/>
              </a:rPr>
              <a:t>DATABASE</a:t>
            </a:r>
          </a:p>
        </p:txBody>
      </p:sp>
      <p:sp>
        <p:nvSpPr>
          <p:cNvPr id="41" name="Rectangle 40">
            <a:extLst>
              <a:ext uri="{FF2B5EF4-FFF2-40B4-BE49-F238E27FC236}">
                <a16:creationId xmlns:a16="http://schemas.microsoft.com/office/drawing/2014/main" id="{15E516BF-FCC6-433B-BE98-F73E34836E80}"/>
              </a:ext>
            </a:extLst>
          </p:cNvPr>
          <p:cNvSpPr/>
          <p:nvPr/>
        </p:nvSpPr>
        <p:spPr>
          <a:xfrm>
            <a:off x="10563411" y="2156059"/>
            <a:ext cx="5839676" cy="2340239"/>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7">
            <a:extLst>
              <a:ext uri="{FF2B5EF4-FFF2-40B4-BE49-F238E27FC236}">
                <a16:creationId xmlns:a16="http://schemas.microsoft.com/office/drawing/2014/main" id="{75026A58-0FA0-46EF-98D5-1AA0AC83165B}"/>
              </a:ext>
            </a:extLst>
          </p:cNvPr>
          <p:cNvSpPr txBox="1"/>
          <p:nvPr/>
        </p:nvSpPr>
        <p:spPr>
          <a:xfrm>
            <a:off x="10692452" y="2183712"/>
            <a:ext cx="5802361" cy="2215991"/>
          </a:xfrm>
          <a:prstGeom prst="rect">
            <a:avLst/>
          </a:prstGeom>
        </p:spPr>
        <p:txBody>
          <a:bodyPr wrap="square" lIns="0" tIns="0" rIns="0" bIns="0" rtlCol="0" anchor="t">
            <a:spAutoFit/>
          </a:bodyPr>
          <a:lstStyle/>
          <a:p>
            <a:pPr algn="l">
              <a:spcBef>
                <a:spcPct val="0"/>
              </a:spcBef>
            </a:pPr>
            <a:r>
              <a:rPr lang="en-US" sz="2400" dirty="0">
                <a:solidFill>
                  <a:schemeClr val="tx1">
                    <a:lumMod val="75000"/>
                    <a:lumOff val="25000"/>
                  </a:schemeClr>
                </a:solidFill>
              </a:rPr>
              <a:t>Database </a:t>
            </a:r>
            <a:r>
              <a:rPr lang="en-US" sz="2400" dirty="0" err="1">
                <a:solidFill>
                  <a:schemeClr val="tx1">
                    <a:lumMod val="75000"/>
                    <a:lumOff val="25000"/>
                  </a:schemeClr>
                </a:solidFill>
              </a:rPr>
              <a:t>digunakan</a:t>
            </a:r>
            <a:r>
              <a:rPr lang="en-US" sz="2400" dirty="0">
                <a:solidFill>
                  <a:schemeClr val="tx1">
                    <a:lumMod val="75000"/>
                    <a:lumOff val="25000"/>
                  </a:schemeClr>
                </a:solidFill>
              </a:rPr>
              <a:t> </a:t>
            </a:r>
            <a:r>
              <a:rPr lang="en-US" sz="2400" dirty="0" err="1">
                <a:solidFill>
                  <a:schemeClr val="tx1">
                    <a:lumMod val="75000"/>
                    <a:lumOff val="25000"/>
                  </a:schemeClr>
                </a:solidFill>
              </a:rPr>
              <a:t>untuk</a:t>
            </a:r>
            <a:r>
              <a:rPr lang="en-US" sz="2400" dirty="0">
                <a:solidFill>
                  <a:schemeClr val="tx1">
                    <a:lumMod val="75000"/>
                    <a:lumOff val="25000"/>
                  </a:schemeClr>
                </a:solidFill>
              </a:rPr>
              <a:t> </a:t>
            </a:r>
            <a:r>
              <a:rPr lang="en-US" sz="2400" dirty="0" err="1">
                <a:solidFill>
                  <a:schemeClr val="tx1">
                    <a:lumMod val="75000"/>
                    <a:lumOff val="25000"/>
                  </a:schemeClr>
                </a:solidFill>
              </a:rPr>
              <a:t>menyimpan</a:t>
            </a:r>
            <a:r>
              <a:rPr lang="en-US" sz="2400" dirty="0">
                <a:solidFill>
                  <a:schemeClr val="tx1">
                    <a:lumMod val="75000"/>
                    <a:lumOff val="25000"/>
                  </a:schemeClr>
                </a:solidFill>
              </a:rPr>
              <a:t> </a:t>
            </a:r>
            <a:r>
              <a:rPr lang="en-US" sz="2400" dirty="0" err="1">
                <a:solidFill>
                  <a:schemeClr val="tx1">
                    <a:lumMod val="75000"/>
                    <a:lumOff val="25000"/>
                  </a:schemeClr>
                </a:solidFill>
              </a:rPr>
              <a:t>seluruh</a:t>
            </a:r>
            <a:r>
              <a:rPr lang="en-US" sz="2400" dirty="0">
                <a:solidFill>
                  <a:schemeClr val="tx1">
                    <a:lumMod val="75000"/>
                    <a:lumOff val="25000"/>
                  </a:schemeClr>
                </a:solidFill>
              </a:rPr>
              <a:t> data yang </a:t>
            </a:r>
            <a:r>
              <a:rPr lang="en-US" sz="2400" dirty="0" err="1">
                <a:solidFill>
                  <a:schemeClr val="tx1">
                    <a:lumMod val="75000"/>
                    <a:lumOff val="25000"/>
                  </a:schemeClr>
                </a:solidFill>
              </a:rPr>
              <a:t>dibutuhkan</a:t>
            </a:r>
            <a:r>
              <a:rPr lang="en-US" sz="2400" dirty="0">
                <a:solidFill>
                  <a:schemeClr val="tx1">
                    <a:lumMod val="75000"/>
                    <a:lumOff val="25000"/>
                  </a:schemeClr>
                </a:solidFill>
              </a:rPr>
              <a:t> oleh </a:t>
            </a:r>
            <a:r>
              <a:rPr lang="en-US" sz="2400" dirty="0" err="1">
                <a:solidFill>
                  <a:schemeClr val="tx1">
                    <a:lumMod val="75000"/>
                    <a:lumOff val="25000"/>
                  </a:schemeClr>
                </a:solidFill>
              </a:rPr>
              <a:t>aplikasi</a:t>
            </a:r>
            <a:r>
              <a:rPr lang="en-US" sz="2400" dirty="0">
                <a:solidFill>
                  <a:schemeClr val="tx1">
                    <a:lumMod val="75000"/>
                    <a:lumOff val="25000"/>
                  </a:schemeClr>
                </a:solidFill>
              </a:rPr>
              <a:t> Dins </a:t>
            </a:r>
            <a:r>
              <a:rPr lang="en-US" sz="2400" dirty="0" err="1">
                <a:solidFill>
                  <a:schemeClr val="tx1">
                    <a:lumMod val="75000"/>
                    <a:lumOff val="25000"/>
                  </a:schemeClr>
                </a:solidFill>
              </a:rPr>
              <a:t>Rentcar</a:t>
            </a:r>
            <a:r>
              <a:rPr lang="en-US" sz="2400" dirty="0">
                <a:solidFill>
                  <a:schemeClr val="tx1">
                    <a:lumMod val="75000"/>
                    <a:lumOff val="25000"/>
                  </a:schemeClr>
                </a:solidFill>
              </a:rPr>
              <a:t>. Database </a:t>
            </a:r>
            <a:r>
              <a:rPr lang="en-US" sz="2400" dirty="0" err="1">
                <a:solidFill>
                  <a:schemeClr val="tx1">
                    <a:lumMod val="75000"/>
                    <a:lumOff val="25000"/>
                  </a:schemeClr>
                </a:solidFill>
              </a:rPr>
              <a:t>dibuat</a:t>
            </a:r>
            <a:r>
              <a:rPr lang="en-US" sz="2400" dirty="0">
                <a:solidFill>
                  <a:schemeClr val="tx1">
                    <a:lumMod val="75000"/>
                    <a:lumOff val="25000"/>
                  </a:schemeClr>
                </a:solidFill>
              </a:rPr>
              <a:t> </a:t>
            </a:r>
            <a:r>
              <a:rPr lang="en-US" sz="2400" dirty="0" err="1">
                <a:solidFill>
                  <a:schemeClr val="tx1">
                    <a:lumMod val="75000"/>
                    <a:lumOff val="25000"/>
                  </a:schemeClr>
                </a:solidFill>
              </a:rPr>
              <a:t>menggunakan</a:t>
            </a:r>
            <a:r>
              <a:rPr lang="en-US" sz="2400" dirty="0">
                <a:solidFill>
                  <a:schemeClr val="tx1">
                    <a:lumMod val="75000"/>
                    <a:lumOff val="25000"/>
                  </a:schemeClr>
                </a:solidFill>
              </a:rPr>
              <a:t> </a:t>
            </a:r>
            <a:r>
              <a:rPr lang="en-US" sz="2400" b="1" dirty="0">
                <a:solidFill>
                  <a:schemeClr val="tx1">
                    <a:lumMod val="75000"/>
                    <a:lumOff val="25000"/>
                  </a:schemeClr>
                </a:solidFill>
              </a:rPr>
              <a:t>MySQL</a:t>
            </a:r>
            <a:r>
              <a:rPr lang="en-US" sz="2400" dirty="0">
                <a:solidFill>
                  <a:schemeClr val="tx1">
                    <a:lumMod val="75000"/>
                    <a:lumOff val="25000"/>
                  </a:schemeClr>
                </a:solidFill>
              </a:rPr>
              <a:t> dan </a:t>
            </a:r>
            <a:r>
              <a:rPr lang="en-US" sz="2400" dirty="0" err="1">
                <a:solidFill>
                  <a:schemeClr val="tx1">
                    <a:lumMod val="75000"/>
                    <a:lumOff val="25000"/>
                  </a:schemeClr>
                </a:solidFill>
              </a:rPr>
              <a:t>dikelola</a:t>
            </a:r>
            <a:r>
              <a:rPr lang="en-US" sz="2400" dirty="0">
                <a:solidFill>
                  <a:schemeClr val="tx1">
                    <a:lumMod val="75000"/>
                    <a:lumOff val="25000"/>
                  </a:schemeClr>
                </a:solidFill>
              </a:rPr>
              <a:t> </a:t>
            </a:r>
            <a:r>
              <a:rPr lang="en-US" sz="2400" dirty="0" err="1">
                <a:solidFill>
                  <a:schemeClr val="tx1">
                    <a:lumMod val="75000"/>
                    <a:lumOff val="25000"/>
                  </a:schemeClr>
                </a:solidFill>
              </a:rPr>
              <a:t>melalui</a:t>
            </a:r>
            <a:r>
              <a:rPr lang="en-US" sz="2400" dirty="0">
                <a:solidFill>
                  <a:schemeClr val="tx1">
                    <a:lumMod val="75000"/>
                    <a:lumOff val="25000"/>
                  </a:schemeClr>
                </a:solidFill>
              </a:rPr>
              <a:t> </a:t>
            </a:r>
            <a:r>
              <a:rPr lang="en-US" sz="2400" b="1" dirty="0">
                <a:solidFill>
                  <a:schemeClr val="tx1">
                    <a:lumMod val="75000"/>
                    <a:lumOff val="25000"/>
                  </a:schemeClr>
                </a:solidFill>
              </a:rPr>
              <a:t>phpMyAdmin</a:t>
            </a:r>
            <a:r>
              <a:rPr lang="en-US" sz="2400" dirty="0">
                <a:solidFill>
                  <a:schemeClr val="tx1">
                    <a:lumMod val="75000"/>
                    <a:lumOff val="25000"/>
                  </a:schemeClr>
                </a:solidFill>
              </a:rPr>
              <a:t>, </a:t>
            </a:r>
            <a:r>
              <a:rPr lang="en-US" sz="2400" dirty="0" err="1">
                <a:solidFill>
                  <a:schemeClr val="tx1">
                    <a:lumMod val="75000"/>
                    <a:lumOff val="25000"/>
                  </a:schemeClr>
                </a:solidFill>
              </a:rPr>
              <a:t>kemudian</a:t>
            </a:r>
            <a:r>
              <a:rPr lang="en-US" sz="2400" dirty="0">
                <a:solidFill>
                  <a:schemeClr val="tx1">
                    <a:lumMod val="75000"/>
                    <a:lumOff val="25000"/>
                  </a:schemeClr>
                </a:solidFill>
              </a:rPr>
              <a:t> </a:t>
            </a:r>
            <a:r>
              <a:rPr lang="en-US" sz="2400" dirty="0" err="1">
                <a:solidFill>
                  <a:schemeClr val="tx1">
                    <a:lumMod val="75000"/>
                    <a:lumOff val="25000"/>
                  </a:schemeClr>
                </a:solidFill>
              </a:rPr>
              <a:t>dihubungkan</a:t>
            </a:r>
            <a:r>
              <a:rPr lang="en-US" sz="2400" dirty="0">
                <a:solidFill>
                  <a:schemeClr val="tx1">
                    <a:lumMod val="75000"/>
                    <a:lumOff val="25000"/>
                  </a:schemeClr>
                </a:solidFill>
              </a:rPr>
              <a:t> </a:t>
            </a:r>
            <a:r>
              <a:rPr lang="en-US" sz="2400" dirty="0" err="1">
                <a:solidFill>
                  <a:schemeClr val="tx1">
                    <a:lumMod val="75000"/>
                    <a:lumOff val="25000"/>
                  </a:schemeClr>
                </a:solidFill>
              </a:rPr>
              <a:t>ke</a:t>
            </a:r>
            <a:r>
              <a:rPr lang="en-US" sz="2400" dirty="0">
                <a:solidFill>
                  <a:schemeClr val="tx1">
                    <a:lumMod val="75000"/>
                    <a:lumOff val="25000"/>
                  </a:schemeClr>
                </a:solidFill>
              </a:rPr>
              <a:t> </a:t>
            </a:r>
            <a:r>
              <a:rPr lang="en-US" sz="2400" dirty="0" err="1">
                <a:solidFill>
                  <a:schemeClr val="tx1">
                    <a:lumMod val="75000"/>
                    <a:lumOff val="25000"/>
                  </a:schemeClr>
                </a:solidFill>
              </a:rPr>
              <a:t>aplikasi</a:t>
            </a:r>
            <a:r>
              <a:rPr lang="en-US" sz="2400" dirty="0">
                <a:solidFill>
                  <a:schemeClr val="tx1">
                    <a:lumMod val="75000"/>
                    <a:lumOff val="25000"/>
                  </a:schemeClr>
                </a:solidFill>
              </a:rPr>
              <a:t> Java </a:t>
            </a:r>
            <a:r>
              <a:rPr lang="en-US" sz="2400" dirty="0" err="1">
                <a:solidFill>
                  <a:schemeClr val="tx1">
                    <a:lumMod val="75000"/>
                    <a:lumOff val="25000"/>
                  </a:schemeClr>
                </a:solidFill>
              </a:rPr>
              <a:t>menggunakan</a:t>
            </a:r>
            <a:r>
              <a:rPr lang="en-US" sz="2400" dirty="0">
                <a:solidFill>
                  <a:schemeClr val="tx1">
                    <a:lumMod val="75000"/>
                    <a:lumOff val="25000"/>
                  </a:schemeClr>
                </a:solidFill>
              </a:rPr>
              <a:t> </a:t>
            </a:r>
            <a:r>
              <a:rPr lang="en-US" sz="2400" b="1" dirty="0">
                <a:solidFill>
                  <a:schemeClr val="tx1">
                    <a:lumMod val="75000"/>
                    <a:lumOff val="25000"/>
                  </a:schemeClr>
                </a:solidFill>
              </a:rPr>
              <a:t>JDBC</a:t>
            </a:r>
            <a:r>
              <a:rPr lang="en-US" sz="2400" dirty="0">
                <a:solidFill>
                  <a:schemeClr val="tx1">
                    <a:lumMod val="75000"/>
                    <a:lumOff val="25000"/>
                  </a:schemeClr>
                </a:solidFill>
              </a:rPr>
              <a:t>.</a:t>
            </a:r>
            <a:endParaRPr lang="en-US" sz="2400" dirty="0">
              <a:solidFill>
                <a:schemeClr val="tx1">
                  <a:lumMod val="75000"/>
                  <a:lumOff val="25000"/>
                </a:schemeClr>
              </a:solidFill>
              <a:ea typeface="MS Gothic" panose="020B0609070205080204" pitchFamily="49" charset="-128"/>
              <a:cs typeface="Public Sans"/>
              <a:sym typeface="Public Sans"/>
            </a:endParaRPr>
          </a:p>
        </p:txBody>
      </p:sp>
      <p:sp>
        <p:nvSpPr>
          <p:cNvPr id="42" name="TextBox 37">
            <a:extLst>
              <a:ext uri="{FF2B5EF4-FFF2-40B4-BE49-F238E27FC236}">
                <a16:creationId xmlns:a16="http://schemas.microsoft.com/office/drawing/2014/main" id="{08B25A32-9BF5-4149-B436-638FC20565D3}"/>
              </a:ext>
            </a:extLst>
          </p:cNvPr>
          <p:cNvSpPr txBox="1"/>
          <p:nvPr/>
        </p:nvSpPr>
        <p:spPr>
          <a:xfrm>
            <a:off x="10575202" y="4729780"/>
            <a:ext cx="6127623" cy="2369880"/>
          </a:xfrm>
          <a:prstGeom prst="rect">
            <a:avLst/>
          </a:prstGeom>
        </p:spPr>
        <p:txBody>
          <a:bodyPr wrap="square" lIns="0" tIns="0" rIns="0" bIns="0" rtlCol="0" anchor="t">
            <a:spAutoFit/>
          </a:bodyPr>
          <a:lstStyle/>
          <a:p>
            <a:r>
              <a:rPr lang="en-US" sz="2200" b="1" dirty="0" err="1"/>
              <a:t>Tabel</a:t>
            </a:r>
            <a:r>
              <a:rPr lang="en-US" sz="2200" b="1" dirty="0"/>
              <a:t> yang </a:t>
            </a:r>
            <a:r>
              <a:rPr lang="en-US" sz="2200" b="1" dirty="0" err="1"/>
              <a:t>digunakan</a:t>
            </a:r>
            <a:r>
              <a:rPr lang="en-US" sz="2200" b="1" dirty="0"/>
              <a:t> </a:t>
            </a:r>
            <a:r>
              <a:rPr lang="en-US" sz="2200" b="1" dirty="0" err="1"/>
              <a:t>yaitu</a:t>
            </a:r>
            <a:r>
              <a:rPr lang="en-US" sz="2200" b="1" dirty="0"/>
              <a:t> :</a:t>
            </a:r>
            <a:endParaRPr lang="en-US" sz="2200" dirty="0"/>
          </a:p>
          <a:p>
            <a:pPr>
              <a:buFont typeface="Arial" panose="020B0604020202020204" pitchFamily="34" charset="0"/>
              <a:buChar char="•"/>
            </a:pPr>
            <a:r>
              <a:rPr lang="en-US" sz="2200" b="1" dirty="0"/>
              <a:t>login</a:t>
            </a:r>
            <a:r>
              <a:rPr lang="en-US" sz="2200" dirty="0"/>
              <a:t> → </a:t>
            </a:r>
            <a:r>
              <a:rPr lang="en-US" sz="2200" dirty="0" err="1"/>
              <a:t>menyimpan</a:t>
            </a:r>
            <a:r>
              <a:rPr lang="en-US" sz="2200" dirty="0"/>
              <a:t> data </a:t>
            </a:r>
            <a:r>
              <a:rPr lang="en-US" sz="2200" dirty="0" err="1"/>
              <a:t>akun</a:t>
            </a:r>
            <a:r>
              <a:rPr lang="en-US" sz="2200" dirty="0"/>
              <a:t> </a:t>
            </a:r>
            <a:r>
              <a:rPr lang="en-US" sz="2200" dirty="0" err="1"/>
              <a:t>pengguna</a:t>
            </a:r>
            <a:r>
              <a:rPr lang="en-US" sz="2200" dirty="0"/>
              <a:t>. </a:t>
            </a:r>
          </a:p>
          <a:p>
            <a:pPr>
              <a:buFont typeface="Arial" panose="020B0604020202020204" pitchFamily="34" charset="0"/>
              <a:buChar char="•"/>
            </a:pPr>
            <a:r>
              <a:rPr lang="en-US" sz="2200" b="1" dirty="0" err="1"/>
              <a:t>mobil</a:t>
            </a:r>
            <a:r>
              <a:rPr lang="en-US" sz="2200" dirty="0"/>
              <a:t> → </a:t>
            </a:r>
            <a:r>
              <a:rPr lang="en-US" sz="2200" dirty="0" err="1"/>
              <a:t>menyimpan</a:t>
            </a:r>
            <a:r>
              <a:rPr lang="en-US" sz="2200" dirty="0"/>
              <a:t> data </a:t>
            </a:r>
            <a:r>
              <a:rPr lang="en-US" sz="2200" dirty="0" err="1"/>
              <a:t>mobil</a:t>
            </a:r>
            <a:r>
              <a:rPr lang="en-US" sz="2200" dirty="0"/>
              <a:t> yang </a:t>
            </a:r>
            <a:r>
              <a:rPr lang="en-US" sz="2200" dirty="0" err="1"/>
              <a:t>disewakan</a:t>
            </a:r>
            <a:r>
              <a:rPr lang="en-US" sz="2200" dirty="0"/>
              <a:t>. </a:t>
            </a:r>
          </a:p>
          <a:p>
            <a:pPr>
              <a:buFont typeface="Arial" panose="020B0604020202020204" pitchFamily="34" charset="0"/>
              <a:buChar char="•"/>
            </a:pPr>
            <a:r>
              <a:rPr lang="en-US" sz="2200" b="1" dirty="0" err="1"/>
              <a:t>pelanggan</a:t>
            </a:r>
            <a:r>
              <a:rPr lang="en-US" sz="2200" dirty="0"/>
              <a:t> → </a:t>
            </a:r>
            <a:r>
              <a:rPr lang="en-US" sz="2200" dirty="0" err="1"/>
              <a:t>menyimpan</a:t>
            </a:r>
            <a:r>
              <a:rPr lang="en-US" sz="2200" dirty="0"/>
              <a:t> data </a:t>
            </a:r>
            <a:r>
              <a:rPr lang="en-US" sz="2200" dirty="0" err="1"/>
              <a:t>pelanggan</a:t>
            </a:r>
            <a:r>
              <a:rPr lang="en-US" sz="2200" dirty="0"/>
              <a:t>. </a:t>
            </a:r>
          </a:p>
          <a:p>
            <a:pPr>
              <a:buFont typeface="Arial" panose="020B0604020202020204" pitchFamily="34" charset="0"/>
              <a:buChar char="•"/>
            </a:pPr>
            <a:r>
              <a:rPr lang="en-US" sz="2200" b="1" dirty="0" err="1"/>
              <a:t>transaksi</a:t>
            </a:r>
            <a:r>
              <a:rPr lang="en-US" sz="2200" dirty="0"/>
              <a:t> → </a:t>
            </a:r>
            <a:r>
              <a:rPr lang="en-US" sz="2200" dirty="0" err="1"/>
              <a:t>mencatat</a:t>
            </a:r>
            <a:r>
              <a:rPr lang="en-US" sz="2200" dirty="0"/>
              <a:t> proses </a:t>
            </a:r>
            <a:r>
              <a:rPr lang="en-US" sz="2200" dirty="0" err="1"/>
              <a:t>penyewaan</a:t>
            </a:r>
            <a:r>
              <a:rPr lang="en-US" sz="2200" dirty="0"/>
              <a:t> </a:t>
            </a:r>
            <a:r>
              <a:rPr lang="en-US" sz="2200" dirty="0" err="1"/>
              <a:t>mobil</a:t>
            </a:r>
            <a:r>
              <a:rPr lang="en-US" sz="2200" dirty="0"/>
              <a:t>. </a:t>
            </a:r>
          </a:p>
          <a:p>
            <a:pPr>
              <a:buFont typeface="Arial" panose="020B0604020202020204" pitchFamily="34" charset="0"/>
              <a:buChar char="•"/>
            </a:pPr>
            <a:r>
              <a:rPr lang="en-US" sz="2200" b="1" dirty="0" err="1"/>
              <a:t>pengembalian</a:t>
            </a:r>
            <a:r>
              <a:rPr lang="en-US" sz="2200" dirty="0"/>
              <a:t> → </a:t>
            </a:r>
            <a:r>
              <a:rPr lang="en-US" sz="2200" dirty="0" err="1"/>
              <a:t>mencatat</a:t>
            </a:r>
            <a:r>
              <a:rPr lang="en-US" sz="2200" dirty="0"/>
              <a:t> data </a:t>
            </a:r>
            <a:r>
              <a:rPr lang="en-US" sz="2200" dirty="0" err="1"/>
              <a:t>pengembalian</a:t>
            </a:r>
            <a:r>
              <a:rPr lang="en-US" sz="2200" dirty="0"/>
              <a:t> dan </a:t>
            </a:r>
            <a:r>
              <a:rPr lang="en-US" sz="2200" dirty="0" err="1"/>
              <a:t>denda</a:t>
            </a:r>
            <a:r>
              <a:rPr lang="en-US" sz="2200" dirty="0"/>
              <a:t> (</a:t>
            </a:r>
            <a:r>
              <a:rPr lang="en-US" sz="2200" dirty="0" err="1"/>
              <a:t>jika</a:t>
            </a:r>
            <a:r>
              <a:rPr lang="en-US" sz="2200" dirty="0"/>
              <a:t> </a:t>
            </a:r>
            <a:r>
              <a:rPr lang="en-US" sz="2200" dirty="0" err="1"/>
              <a:t>terlambat</a:t>
            </a:r>
            <a:r>
              <a:rPr lang="en-US" sz="2200" dirty="0"/>
              <a:t> </a:t>
            </a:r>
            <a:r>
              <a:rPr lang="en-US" sz="2200" dirty="0" err="1"/>
              <a:t>kembalikan</a:t>
            </a:r>
            <a:r>
              <a:rPr lang="en-US" sz="2200" dirty="0"/>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C3E7FC">
                <a:alpha val="100000"/>
              </a:srgbClr>
            </a:gs>
            <a:gs pos="100000">
              <a:srgbClr val="2F3659">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Freeform 2"/>
          <p:cNvSpPr/>
          <p:nvPr/>
        </p:nvSpPr>
        <p:spPr>
          <a:xfrm>
            <a:off x="-606333" y="4342989"/>
            <a:ext cx="19500667" cy="5354087"/>
          </a:xfrm>
          <a:custGeom>
            <a:avLst/>
            <a:gdLst/>
            <a:ahLst/>
            <a:cxnLst/>
            <a:rect l="l" t="t" r="r" b="b"/>
            <a:pathLst>
              <a:path w="19500667" h="5354087">
                <a:moveTo>
                  <a:pt x="0" y="0"/>
                </a:moveTo>
                <a:lnTo>
                  <a:pt x="19500666" y="0"/>
                </a:lnTo>
                <a:lnTo>
                  <a:pt x="19500666" y="5354088"/>
                </a:lnTo>
                <a:lnTo>
                  <a:pt x="0" y="5354088"/>
                </a:lnTo>
                <a:lnTo>
                  <a:pt x="0" y="0"/>
                </a:lnTo>
                <a:close/>
              </a:path>
            </a:pathLst>
          </a:custGeom>
          <a:blipFill>
            <a:blip r:embed="rId2">
              <a:alphaModFix amt="54000"/>
              <a:extLst>
                <a:ext uri="{96DAC541-7B7A-43D3-8B79-37D633B846F1}">
                  <asvg:svgBlip xmlns:asvg="http://schemas.microsoft.com/office/drawing/2016/SVG/main" r:embed="rId3"/>
                </a:ext>
              </a:extLst>
            </a:blip>
            <a:stretch>
              <a:fillRect/>
            </a:stretch>
          </a:blipFill>
        </p:spPr>
      </p:sp>
      <p:sp>
        <p:nvSpPr>
          <p:cNvPr id="3" name="Freeform 3"/>
          <p:cNvSpPr/>
          <p:nvPr/>
        </p:nvSpPr>
        <p:spPr>
          <a:xfrm>
            <a:off x="12166260" y="-410559"/>
            <a:ext cx="4424434" cy="2501816"/>
          </a:xfrm>
          <a:custGeom>
            <a:avLst/>
            <a:gdLst/>
            <a:ahLst/>
            <a:cxnLst/>
            <a:rect l="l" t="t" r="r" b="b"/>
            <a:pathLst>
              <a:path w="4424434" h="2501816">
                <a:moveTo>
                  <a:pt x="0" y="0"/>
                </a:moveTo>
                <a:lnTo>
                  <a:pt x="4424435" y="0"/>
                </a:lnTo>
                <a:lnTo>
                  <a:pt x="4424435" y="2501817"/>
                </a:lnTo>
                <a:lnTo>
                  <a:pt x="0" y="2501817"/>
                </a:lnTo>
                <a:lnTo>
                  <a:pt x="0" y="0"/>
                </a:lnTo>
                <a:close/>
              </a:path>
            </a:pathLst>
          </a:custGeom>
          <a:blipFill>
            <a:blip r:embed="rId4">
              <a:alphaModFix amt="25000"/>
              <a:extLst>
                <a:ext uri="{96DAC541-7B7A-43D3-8B79-37D633B846F1}">
                  <asvg:svgBlip xmlns:asvg="http://schemas.microsoft.com/office/drawing/2016/SVG/main" r:embed="rId5"/>
                </a:ext>
              </a:extLst>
            </a:blip>
            <a:stretch>
              <a:fillRect/>
            </a:stretch>
          </a:blipFill>
        </p:spPr>
      </p:sp>
      <p:grpSp>
        <p:nvGrpSpPr>
          <p:cNvPr id="4" name="Group 4"/>
          <p:cNvGrpSpPr/>
          <p:nvPr/>
        </p:nvGrpSpPr>
        <p:grpSpPr>
          <a:xfrm>
            <a:off x="1028700" y="1624115"/>
            <a:ext cx="16230600" cy="7634185"/>
            <a:chOff x="0" y="0"/>
            <a:chExt cx="4274726" cy="2010650"/>
          </a:xfrm>
        </p:grpSpPr>
        <p:sp>
          <p:nvSpPr>
            <p:cNvPr id="5" name="Freeform 5"/>
            <p:cNvSpPr/>
            <p:nvPr/>
          </p:nvSpPr>
          <p:spPr>
            <a:xfrm>
              <a:off x="0" y="0"/>
              <a:ext cx="4274726" cy="2010650"/>
            </a:xfrm>
            <a:custGeom>
              <a:avLst/>
              <a:gdLst/>
              <a:ahLst/>
              <a:cxnLst/>
              <a:rect l="l" t="t" r="r" b="b"/>
              <a:pathLst>
                <a:path w="4274726" h="2010650">
                  <a:moveTo>
                    <a:pt x="12879" y="0"/>
                  </a:moveTo>
                  <a:lnTo>
                    <a:pt x="4261847" y="0"/>
                  </a:lnTo>
                  <a:cubicBezTo>
                    <a:pt x="4268960" y="0"/>
                    <a:pt x="4274726" y="5766"/>
                    <a:pt x="4274726" y="12879"/>
                  </a:cubicBezTo>
                  <a:lnTo>
                    <a:pt x="4274726" y="1997771"/>
                  </a:lnTo>
                  <a:cubicBezTo>
                    <a:pt x="4274726" y="2001186"/>
                    <a:pt x="4273369" y="2004462"/>
                    <a:pt x="4270954" y="2006878"/>
                  </a:cubicBezTo>
                  <a:cubicBezTo>
                    <a:pt x="4268539" y="2009293"/>
                    <a:pt x="4265263" y="2010650"/>
                    <a:pt x="4261847" y="2010650"/>
                  </a:cubicBezTo>
                  <a:lnTo>
                    <a:pt x="12879" y="2010650"/>
                  </a:lnTo>
                  <a:cubicBezTo>
                    <a:pt x="5766" y="2010650"/>
                    <a:pt x="0" y="2004883"/>
                    <a:pt x="0" y="1997771"/>
                  </a:cubicBezTo>
                  <a:lnTo>
                    <a:pt x="0" y="12879"/>
                  </a:lnTo>
                  <a:cubicBezTo>
                    <a:pt x="0" y="5766"/>
                    <a:pt x="5766" y="0"/>
                    <a:pt x="12879" y="0"/>
                  </a:cubicBezTo>
                  <a:close/>
                </a:path>
              </a:pathLst>
            </a:custGeom>
            <a:solidFill>
              <a:srgbClr val="FFFFFF"/>
            </a:solidFill>
          </p:spPr>
        </p:sp>
        <p:sp>
          <p:nvSpPr>
            <p:cNvPr id="6" name="TextBox 6"/>
            <p:cNvSpPr txBox="1"/>
            <p:nvPr/>
          </p:nvSpPr>
          <p:spPr>
            <a:xfrm>
              <a:off x="0" y="-38100"/>
              <a:ext cx="4274726" cy="2048750"/>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2011736" y="845640"/>
            <a:ext cx="5613387" cy="8595719"/>
          </a:xfrm>
          <a:custGeom>
            <a:avLst/>
            <a:gdLst/>
            <a:ahLst/>
            <a:cxnLst/>
            <a:rect l="l" t="t" r="r" b="b"/>
            <a:pathLst>
              <a:path w="5613387" h="8595719">
                <a:moveTo>
                  <a:pt x="0" y="0"/>
                </a:moveTo>
                <a:lnTo>
                  <a:pt x="5613387" y="0"/>
                </a:lnTo>
                <a:lnTo>
                  <a:pt x="5613387" y="8595720"/>
                </a:lnTo>
                <a:lnTo>
                  <a:pt x="0" y="859572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8" name="Group 8"/>
          <p:cNvGrpSpPr/>
          <p:nvPr/>
        </p:nvGrpSpPr>
        <p:grpSpPr>
          <a:xfrm>
            <a:off x="-1562147" y="9258300"/>
            <a:ext cx="21205933" cy="8243149"/>
            <a:chOff x="0" y="0"/>
            <a:chExt cx="5585102" cy="2171035"/>
          </a:xfrm>
        </p:grpSpPr>
        <p:sp>
          <p:nvSpPr>
            <p:cNvPr id="9" name="Freeform 9"/>
            <p:cNvSpPr/>
            <p:nvPr/>
          </p:nvSpPr>
          <p:spPr>
            <a:xfrm>
              <a:off x="0" y="0"/>
              <a:ext cx="5585102" cy="2171035"/>
            </a:xfrm>
            <a:custGeom>
              <a:avLst/>
              <a:gdLst/>
              <a:ahLst/>
              <a:cxnLst/>
              <a:rect l="l" t="t" r="r" b="b"/>
              <a:pathLst>
                <a:path w="5585102" h="2171035">
                  <a:moveTo>
                    <a:pt x="0" y="0"/>
                  </a:moveTo>
                  <a:lnTo>
                    <a:pt x="5585102" y="0"/>
                  </a:lnTo>
                  <a:lnTo>
                    <a:pt x="5585102" y="2171035"/>
                  </a:lnTo>
                  <a:lnTo>
                    <a:pt x="0" y="2171035"/>
                  </a:lnTo>
                  <a:close/>
                </a:path>
              </a:pathLst>
            </a:custGeom>
            <a:solidFill>
              <a:srgbClr val="3E3B39"/>
            </a:solidFill>
          </p:spPr>
        </p:sp>
        <p:sp>
          <p:nvSpPr>
            <p:cNvPr id="10" name="TextBox 10"/>
            <p:cNvSpPr txBox="1"/>
            <p:nvPr/>
          </p:nvSpPr>
          <p:spPr>
            <a:xfrm>
              <a:off x="0" y="-9525"/>
              <a:ext cx="5585102" cy="2180560"/>
            </a:xfrm>
            <a:prstGeom prst="rect">
              <a:avLst/>
            </a:prstGeom>
          </p:spPr>
          <p:txBody>
            <a:bodyPr lIns="50800" tIns="50800" rIns="50800" bIns="50800" rtlCol="0" anchor="ctr"/>
            <a:lstStyle/>
            <a:p>
              <a:pPr algn="ctr">
                <a:lnSpc>
                  <a:spcPts val="2363"/>
                </a:lnSpc>
              </a:pPr>
              <a:endParaRPr/>
            </a:p>
          </p:txBody>
        </p:sp>
      </p:grpSp>
      <p:grpSp>
        <p:nvGrpSpPr>
          <p:cNvPr id="11" name="Group 11"/>
          <p:cNvGrpSpPr/>
          <p:nvPr/>
        </p:nvGrpSpPr>
        <p:grpSpPr>
          <a:xfrm>
            <a:off x="553409" y="9739067"/>
            <a:ext cx="17181183" cy="110498"/>
            <a:chOff x="0" y="0"/>
            <a:chExt cx="22908243" cy="147331"/>
          </a:xfrm>
        </p:grpSpPr>
        <p:grpSp>
          <p:nvGrpSpPr>
            <p:cNvPr id="12" name="Group 12"/>
            <p:cNvGrpSpPr/>
            <p:nvPr/>
          </p:nvGrpSpPr>
          <p:grpSpPr>
            <a:xfrm>
              <a:off x="0" y="0"/>
              <a:ext cx="3092220" cy="147331"/>
              <a:chOff x="0" y="0"/>
              <a:chExt cx="610809" cy="29102"/>
            </a:xfrm>
          </p:grpSpPr>
          <p:sp>
            <p:nvSpPr>
              <p:cNvPr id="13" name="Freeform 13"/>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sp>
          <p:sp>
            <p:nvSpPr>
              <p:cNvPr id="14" name="TextBox 14"/>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15" name="Group 15"/>
            <p:cNvGrpSpPr/>
            <p:nvPr/>
          </p:nvGrpSpPr>
          <p:grpSpPr>
            <a:xfrm>
              <a:off x="3968711" y="0"/>
              <a:ext cx="3092220" cy="147331"/>
              <a:chOff x="0" y="0"/>
              <a:chExt cx="610809" cy="29102"/>
            </a:xfrm>
          </p:grpSpPr>
          <p:sp>
            <p:nvSpPr>
              <p:cNvPr id="16" name="Freeform 16"/>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sp>
          <p:sp>
            <p:nvSpPr>
              <p:cNvPr id="17" name="TextBox 17"/>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18" name="Group 18"/>
            <p:cNvGrpSpPr/>
            <p:nvPr/>
          </p:nvGrpSpPr>
          <p:grpSpPr>
            <a:xfrm>
              <a:off x="7937231" y="0"/>
              <a:ext cx="3092220" cy="147331"/>
              <a:chOff x="0" y="0"/>
              <a:chExt cx="610809" cy="29102"/>
            </a:xfrm>
          </p:grpSpPr>
          <p:sp>
            <p:nvSpPr>
              <p:cNvPr id="19" name="Freeform 19"/>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sp>
          <p:sp>
            <p:nvSpPr>
              <p:cNvPr id="20" name="TextBox 20"/>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21" name="Group 21"/>
            <p:cNvGrpSpPr/>
            <p:nvPr/>
          </p:nvGrpSpPr>
          <p:grpSpPr>
            <a:xfrm>
              <a:off x="11905941" y="0"/>
              <a:ext cx="3092220" cy="147331"/>
              <a:chOff x="0" y="0"/>
              <a:chExt cx="610809" cy="29102"/>
            </a:xfrm>
          </p:grpSpPr>
          <p:sp>
            <p:nvSpPr>
              <p:cNvPr id="22" name="Freeform 22"/>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sp>
          <p:sp>
            <p:nvSpPr>
              <p:cNvPr id="23" name="TextBox 23"/>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24" name="Group 24"/>
            <p:cNvGrpSpPr/>
            <p:nvPr/>
          </p:nvGrpSpPr>
          <p:grpSpPr>
            <a:xfrm>
              <a:off x="15847313" y="0"/>
              <a:ext cx="3092220" cy="147331"/>
              <a:chOff x="0" y="0"/>
              <a:chExt cx="610809" cy="29102"/>
            </a:xfrm>
          </p:grpSpPr>
          <p:sp>
            <p:nvSpPr>
              <p:cNvPr id="25" name="Freeform 25"/>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sp>
          <p:sp>
            <p:nvSpPr>
              <p:cNvPr id="26" name="TextBox 26"/>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27" name="Group 27"/>
            <p:cNvGrpSpPr/>
            <p:nvPr/>
          </p:nvGrpSpPr>
          <p:grpSpPr>
            <a:xfrm>
              <a:off x="19816024" y="0"/>
              <a:ext cx="3092220" cy="147331"/>
              <a:chOff x="0" y="0"/>
              <a:chExt cx="610809" cy="29102"/>
            </a:xfrm>
          </p:grpSpPr>
          <p:sp>
            <p:nvSpPr>
              <p:cNvPr id="28" name="Freeform 28"/>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sp>
          <p:sp>
            <p:nvSpPr>
              <p:cNvPr id="29" name="TextBox 29"/>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sp>
        <p:nvSpPr>
          <p:cNvPr id="30" name="Freeform 30"/>
          <p:cNvSpPr/>
          <p:nvPr/>
        </p:nvSpPr>
        <p:spPr>
          <a:xfrm rot="1574474">
            <a:off x="2411870" y="686300"/>
            <a:ext cx="323464" cy="308100"/>
          </a:xfrm>
          <a:custGeom>
            <a:avLst/>
            <a:gdLst/>
            <a:ahLst/>
            <a:cxnLst/>
            <a:rect l="l" t="t" r="r" b="b"/>
            <a:pathLst>
              <a:path w="323464" h="308100">
                <a:moveTo>
                  <a:pt x="0" y="0"/>
                </a:moveTo>
                <a:lnTo>
                  <a:pt x="323465" y="0"/>
                </a:lnTo>
                <a:lnTo>
                  <a:pt x="323465" y="308099"/>
                </a:lnTo>
                <a:lnTo>
                  <a:pt x="0" y="30809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31" name="Freeform 31"/>
          <p:cNvSpPr/>
          <p:nvPr/>
        </p:nvSpPr>
        <p:spPr>
          <a:xfrm>
            <a:off x="-269127" y="8395327"/>
            <a:ext cx="3870777" cy="869522"/>
          </a:xfrm>
          <a:custGeom>
            <a:avLst/>
            <a:gdLst/>
            <a:ahLst/>
            <a:cxnLst/>
            <a:rect l="l" t="t" r="r" b="b"/>
            <a:pathLst>
              <a:path w="3870777" h="869522">
                <a:moveTo>
                  <a:pt x="0" y="0"/>
                </a:moveTo>
                <a:lnTo>
                  <a:pt x="3870778" y="0"/>
                </a:lnTo>
                <a:lnTo>
                  <a:pt x="3870778" y="869523"/>
                </a:lnTo>
                <a:lnTo>
                  <a:pt x="0" y="869523"/>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32" name="Freeform 32"/>
          <p:cNvSpPr/>
          <p:nvPr/>
        </p:nvSpPr>
        <p:spPr>
          <a:xfrm>
            <a:off x="1838732" y="8395327"/>
            <a:ext cx="3870777" cy="869522"/>
          </a:xfrm>
          <a:custGeom>
            <a:avLst/>
            <a:gdLst/>
            <a:ahLst/>
            <a:cxnLst/>
            <a:rect l="l" t="t" r="r" b="b"/>
            <a:pathLst>
              <a:path w="3870777" h="869522">
                <a:moveTo>
                  <a:pt x="0" y="0"/>
                </a:moveTo>
                <a:lnTo>
                  <a:pt x="3870777" y="0"/>
                </a:lnTo>
                <a:lnTo>
                  <a:pt x="3870777" y="869523"/>
                </a:lnTo>
                <a:lnTo>
                  <a:pt x="0" y="869523"/>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33" name="Freeform 33"/>
          <p:cNvSpPr/>
          <p:nvPr/>
        </p:nvSpPr>
        <p:spPr>
          <a:xfrm rot="-2459989">
            <a:off x="16678542" y="2347467"/>
            <a:ext cx="808429" cy="1141985"/>
          </a:xfrm>
          <a:custGeom>
            <a:avLst/>
            <a:gdLst/>
            <a:ahLst/>
            <a:cxnLst/>
            <a:rect l="l" t="t" r="r" b="b"/>
            <a:pathLst>
              <a:path w="808429" h="1141985">
                <a:moveTo>
                  <a:pt x="0" y="0"/>
                </a:moveTo>
                <a:lnTo>
                  <a:pt x="808429" y="0"/>
                </a:lnTo>
                <a:lnTo>
                  <a:pt x="808429" y="1141985"/>
                </a:lnTo>
                <a:lnTo>
                  <a:pt x="0" y="1141985"/>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34" name="Freeform 34"/>
          <p:cNvSpPr/>
          <p:nvPr/>
        </p:nvSpPr>
        <p:spPr>
          <a:xfrm>
            <a:off x="10447226" y="7277341"/>
            <a:ext cx="7315200" cy="2753175"/>
          </a:xfrm>
          <a:custGeom>
            <a:avLst/>
            <a:gdLst/>
            <a:ahLst/>
            <a:cxnLst/>
            <a:rect l="l" t="t" r="r" b="b"/>
            <a:pathLst>
              <a:path w="7315200" h="2753175">
                <a:moveTo>
                  <a:pt x="0" y="0"/>
                </a:moveTo>
                <a:lnTo>
                  <a:pt x="7315200" y="0"/>
                </a:lnTo>
                <a:lnTo>
                  <a:pt x="7315200" y="2753175"/>
                </a:lnTo>
                <a:lnTo>
                  <a:pt x="0" y="2753175"/>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35" name="Freeform 35"/>
          <p:cNvSpPr/>
          <p:nvPr/>
        </p:nvSpPr>
        <p:spPr>
          <a:xfrm rot="1574474">
            <a:off x="17513181" y="5235068"/>
            <a:ext cx="442821" cy="421787"/>
          </a:xfrm>
          <a:custGeom>
            <a:avLst/>
            <a:gdLst/>
            <a:ahLst/>
            <a:cxnLst/>
            <a:rect l="l" t="t" r="r" b="b"/>
            <a:pathLst>
              <a:path w="442821" h="421787">
                <a:moveTo>
                  <a:pt x="0" y="0"/>
                </a:moveTo>
                <a:lnTo>
                  <a:pt x="442821" y="0"/>
                </a:lnTo>
                <a:lnTo>
                  <a:pt x="442821" y="421787"/>
                </a:lnTo>
                <a:lnTo>
                  <a:pt x="0" y="42178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36" name="Freeform 36"/>
          <p:cNvSpPr/>
          <p:nvPr/>
        </p:nvSpPr>
        <p:spPr>
          <a:xfrm>
            <a:off x="3416171" y="2940366"/>
            <a:ext cx="6153627" cy="5393920"/>
          </a:xfrm>
          <a:custGeom>
            <a:avLst/>
            <a:gdLst/>
            <a:ahLst/>
            <a:cxnLst/>
            <a:rect l="l" t="t" r="r" b="b"/>
            <a:pathLst>
              <a:path w="6153627" h="5393920">
                <a:moveTo>
                  <a:pt x="0" y="0"/>
                </a:moveTo>
                <a:lnTo>
                  <a:pt x="6153626" y="0"/>
                </a:lnTo>
                <a:lnTo>
                  <a:pt x="6153626" y="5393920"/>
                </a:lnTo>
                <a:lnTo>
                  <a:pt x="0" y="5393920"/>
                </a:lnTo>
                <a:lnTo>
                  <a:pt x="0" y="0"/>
                </a:lnTo>
                <a:close/>
              </a:path>
            </a:pathLst>
          </a:custGeom>
          <a:blipFill>
            <a:blip r:embed="rId18"/>
            <a:stretch>
              <a:fillRect/>
            </a:stretch>
          </a:blipFill>
        </p:spPr>
      </p:sp>
      <p:sp>
        <p:nvSpPr>
          <p:cNvPr id="37" name="TextBox 37"/>
          <p:cNvSpPr txBox="1"/>
          <p:nvPr/>
        </p:nvSpPr>
        <p:spPr>
          <a:xfrm>
            <a:off x="4133759" y="1181536"/>
            <a:ext cx="12777653" cy="1182342"/>
          </a:xfrm>
          <a:prstGeom prst="rect">
            <a:avLst/>
          </a:prstGeom>
        </p:spPr>
        <p:txBody>
          <a:bodyPr lIns="0" tIns="0" rIns="0" bIns="0" rtlCol="0" anchor="t">
            <a:spAutoFit/>
          </a:bodyPr>
          <a:lstStyle/>
          <a:p>
            <a:pPr marL="0" lvl="0" indent="0" algn="l">
              <a:lnSpc>
                <a:spcPts val="7516"/>
              </a:lnSpc>
              <a:spcBef>
                <a:spcPct val="0"/>
              </a:spcBef>
            </a:pPr>
            <a:r>
              <a:rPr lang="en-US" sz="10021">
                <a:solidFill>
                  <a:srgbClr val="F9C324"/>
                </a:solidFill>
                <a:latin typeface="Cubao"/>
                <a:ea typeface="Cubao"/>
                <a:cs typeface="Cubao"/>
                <a:sym typeface="Cubao"/>
              </a:rPr>
              <a:t>HALAMAN LOGIN</a:t>
            </a:r>
          </a:p>
        </p:txBody>
      </p:sp>
      <p:sp>
        <p:nvSpPr>
          <p:cNvPr id="39" name="TextBox 38">
            <a:extLst>
              <a:ext uri="{FF2B5EF4-FFF2-40B4-BE49-F238E27FC236}">
                <a16:creationId xmlns:a16="http://schemas.microsoft.com/office/drawing/2014/main" id="{07FA6779-577A-4725-B7DD-C95042272C39}"/>
              </a:ext>
            </a:extLst>
          </p:cNvPr>
          <p:cNvSpPr txBox="1"/>
          <p:nvPr/>
        </p:nvSpPr>
        <p:spPr>
          <a:xfrm>
            <a:off x="3382833" y="2116910"/>
            <a:ext cx="6827967" cy="556884"/>
          </a:xfrm>
          <a:prstGeom prst="rect">
            <a:avLst/>
          </a:prstGeom>
          <a:noFill/>
        </p:spPr>
        <p:txBody>
          <a:bodyPr wrap="square">
            <a:spAutoFit/>
          </a:bodyPr>
          <a:lstStyle/>
          <a:p>
            <a:pPr algn="l">
              <a:lnSpc>
                <a:spcPts val="4200"/>
              </a:lnSpc>
              <a:spcBef>
                <a:spcPct val="0"/>
              </a:spcBef>
            </a:pPr>
            <a:r>
              <a:rPr lang="en-US" sz="2400" b="1" dirty="0" err="1">
                <a:solidFill>
                  <a:srgbClr val="202124"/>
                </a:solidFill>
                <a:latin typeface="MS Gothic" panose="020B0609070205080204" pitchFamily="49" charset="-128"/>
                <a:ea typeface="MS Gothic" panose="020B0609070205080204" pitchFamily="49" charset="-128"/>
                <a:cs typeface="Public Sans"/>
                <a:sym typeface="Public Sans"/>
              </a:rPr>
              <a:t>tampilan</a:t>
            </a:r>
            <a:r>
              <a:rPr lang="en-US" sz="2400" b="1" dirty="0">
                <a:solidFill>
                  <a:srgbClr val="202124"/>
                </a:solidFill>
                <a:latin typeface="MS Gothic" panose="020B0609070205080204" pitchFamily="49" charset="-128"/>
                <a:ea typeface="MS Gothic" panose="020B0609070205080204" pitchFamily="49" charset="-128"/>
                <a:cs typeface="Public Sans"/>
                <a:sym typeface="Public Sans"/>
              </a:rPr>
              <a:t> </a:t>
            </a:r>
            <a:r>
              <a:rPr lang="en-US" sz="2400" b="1" dirty="0" err="1">
                <a:solidFill>
                  <a:srgbClr val="202124"/>
                </a:solidFill>
                <a:latin typeface="MS Gothic" panose="020B0609070205080204" pitchFamily="49" charset="-128"/>
                <a:ea typeface="MS Gothic" panose="020B0609070205080204" pitchFamily="49" charset="-128"/>
                <a:cs typeface="Public Sans"/>
                <a:sym typeface="Public Sans"/>
              </a:rPr>
              <a:t>Aplikasi</a:t>
            </a:r>
            <a:r>
              <a:rPr lang="en-US" sz="2400" b="1" dirty="0">
                <a:solidFill>
                  <a:srgbClr val="202124"/>
                </a:solidFill>
                <a:latin typeface="MS Gothic" panose="020B0609070205080204" pitchFamily="49" charset="-128"/>
                <a:ea typeface="MS Gothic" panose="020B0609070205080204" pitchFamily="49" charset="-128"/>
                <a:cs typeface="Public Sans"/>
                <a:sym typeface="Public Sans"/>
              </a:rPr>
              <a:t> pada Dins </a:t>
            </a:r>
            <a:r>
              <a:rPr lang="en-US" sz="2400" b="1" dirty="0" err="1">
                <a:solidFill>
                  <a:srgbClr val="202124"/>
                </a:solidFill>
                <a:latin typeface="MS Gothic" panose="020B0609070205080204" pitchFamily="49" charset="-128"/>
                <a:ea typeface="MS Gothic" panose="020B0609070205080204" pitchFamily="49" charset="-128"/>
                <a:cs typeface="Public Sans"/>
                <a:sym typeface="Public Sans"/>
              </a:rPr>
              <a:t>Rentcar</a:t>
            </a:r>
            <a:endParaRPr lang="en-US" sz="2400" b="1" dirty="0">
              <a:solidFill>
                <a:srgbClr val="202124"/>
              </a:solidFill>
              <a:latin typeface="MS Gothic" panose="020B0609070205080204" pitchFamily="49" charset="-128"/>
              <a:ea typeface="MS Gothic" panose="020B0609070205080204" pitchFamily="49" charset="-128"/>
              <a:cs typeface="Public Sans"/>
              <a:sym typeface="Public Sans"/>
            </a:endParaRPr>
          </a:p>
        </p:txBody>
      </p:sp>
      <p:sp>
        <p:nvSpPr>
          <p:cNvPr id="42" name="Rectangle: Diagonal Corners Rounded 41">
            <a:extLst>
              <a:ext uri="{FF2B5EF4-FFF2-40B4-BE49-F238E27FC236}">
                <a16:creationId xmlns:a16="http://schemas.microsoft.com/office/drawing/2014/main" id="{011C92E5-DBD8-4EA2-A966-5B1ECF460518}"/>
              </a:ext>
            </a:extLst>
          </p:cNvPr>
          <p:cNvSpPr/>
          <p:nvPr/>
        </p:nvSpPr>
        <p:spPr>
          <a:xfrm>
            <a:off x="9906000" y="2116910"/>
            <a:ext cx="6497087" cy="2219530"/>
          </a:xfrm>
          <a:prstGeom prst="round2Diag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4A0C72A9-87CF-4210-B759-D55364F1A607}"/>
              </a:ext>
            </a:extLst>
          </p:cNvPr>
          <p:cNvSpPr txBox="1"/>
          <p:nvPr/>
        </p:nvSpPr>
        <p:spPr>
          <a:xfrm>
            <a:off x="10067825" y="2255038"/>
            <a:ext cx="6478238" cy="1938992"/>
          </a:xfrm>
          <a:prstGeom prst="rect">
            <a:avLst/>
          </a:prstGeom>
          <a:noFill/>
        </p:spPr>
        <p:txBody>
          <a:bodyPr wrap="square">
            <a:spAutoFit/>
          </a:bodyPr>
          <a:lstStyle/>
          <a:p>
            <a:r>
              <a:rPr lang="en-US" sz="2400" dirty="0">
                <a:solidFill>
                  <a:schemeClr val="tx1">
                    <a:lumMod val="75000"/>
                    <a:lumOff val="25000"/>
                  </a:schemeClr>
                </a:solidFill>
                <a:latin typeface="+mj-lt"/>
              </a:rPr>
              <a:t>Halaman login </a:t>
            </a:r>
            <a:r>
              <a:rPr lang="en-US" sz="2400" dirty="0" err="1">
                <a:solidFill>
                  <a:schemeClr val="tx1">
                    <a:lumMod val="75000"/>
                    <a:lumOff val="25000"/>
                  </a:schemeClr>
                </a:solidFill>
                <a:latin typeface="+mj-lt"/>
              </a:rPr>
              <a:t>merupakan</a:t>
            </a:r>
            <a:r>
              <a:rPr lang="en-US" sz="2400" dirty="0">
                <a:solidFill>
                  <a:schemeClr val="tx1">
                    <a:lumMod val="75000"/>
                    <a:lumOff val="25000"/>
                  </a:schemeClr>
                </a:solidFill>
                <a:latin typeface="+mj-lt"/>
              </a:rPr>
              <a:t> </a:t>
            </a:r>
            <a:r>
              <a:rPr lang="en-US" sz="2400" dirty="0" err="1">
                <a:solidFill>
                  <a:schemeClr val="tx1">
                    <a:lumMod val="75000"/>
                    <a:lumOff val="25000"/>
                  </a:schemeClr>
                </a:solidFill>
                <a:latin typeface="+mj-lt"/>
              </a:rPr>
              <a:t>tampilan</a:t>
            </a:r>
            <a:r>
              <a:rPr lang="en-US" sz="2400" dirty="0">
                <a:solidFill>
                  <a:schemeClr val="tx1">
                    <a:lumMod val="75000"/>
                    <a:lumOff val="25000"/>
                  </a:schemeClr>
                </a:solidFill>
                <a:latin typeface="+mj-lt"/>
              </a:rPr>
              <a:t> </a:t>
            </a:r>
            <a:r>
              <a:rPr lang="en-US" sz="2400" dirty="0" err="1">
                <a:solidFill>
                  <a:schemeClr val="tx1">
                    <a:lumMod val="75000"/>
                    <a:lumOff val="25000"/>
                  </a:schemeClr>
                </a:solidFill>
                <a:latin typeface="+mj-lt"/>
              </a:rPr>
              <a:t>awal</a:t>
            </a:r>
            <a:r>
              <a:rPr lang="en-US" sz="2400" dirty="0">
                <a:solidFill>
                  <a:schemeClr val="tx1">
                    <a:lumMod val="75000"/>
                    <a:lumOff val="25000"/>
                  </a:schemeClr>
                </a:solidFill>
                <a:latin typeface="+mj-lt"/>
              </a:rPr>
              <a:t> </a:t>
            </a:r>
            <a:r>
              <a:rPr lang="en-US" sz="2400" dirty="0" err="1">
                <a:solidFill>
                  <a:schemeClr val="tx1">
                    <a:lumMod val="75000"/>
                    <a:lumOff val="25000"/>
                  </a:schemeClr>
                </a:solidFill>
                <a:latin typeface="+mj-lt"/>
              </a:rPr>
              <a:t>aplikasi</a:t>
            </a:r>
            <a:r>
              <a:rPr lang="en-US" sz="2400" dirty="0">
                <a:solidFill>
                  <a:schemeClr val="tx1">
                    <a:lumMod val="75000"/>
                    <a:lumOff val="25000"/>
                  </a:schemeClr>
                </a:solidFill>
                <a:latin typeface="+mj-lt"/>
              </a:rPr>
              <a:t> yang </a:t>
            </a:r>
            <a:r>
              <a:rPr lang="en-US" sz="2400" dirty="0" err="1">
                <a:solidFill>
                  <a:schemeClr val="tx1">
                    <a:lumMod val="75000"/>
                    <a:lumOff val="25000"/>
                  </a:schemeClr>
                </a:solidFill>
                <a:latin typeface="+mj-lt"/>
              </a:rPr>
              <a:t>berfungsi</a:t>
            </a:r>
            <a:r>
              <a:rPr lang="en-US" sz="2400" dirty="0">
                <a:solidFill>
                  <a:schemeClr val="tx1">
                    <a:lumMod val="75000"/>
                    <a:lumOff val="25000"/>
                  </a:schemeClr>
                </a:solidFill>
                <a:latin typeface="+mj-lt"/>
              </a:rPr>
              <a:t> </a:t>
            </a:r>
            <a:r>
              <a:rPr lang="en-US" sz="2400" dirty="0" err="1">
                <a:solidFill>
                  <a:schemeClr val="tx1">
                    <a:lumMod val="75000"/>
                    <a:lumOff val="25000"/>
                  </a:schemeClr>
                </a:solidFill>
                <a:latin typeface="+mj-lt"/>
              </a:rPr>
              <a:t>sebagai</a:t>
            </a:r>
            <a:r>
              <a:rPr lang="en-US" sz="2400" dirty="0">
                <a:solidFill>
                  <a:schemeClr val="tx1">
                    <a:lumMod val="75000"/>
                    <a:lumOff val="25000"/>
                  </a:schemeClr>
                </a:solidFill>
                <a:latin typeface="+mj-lt"/>
              </a:rPr>
              <a:t> </a:t>
            </a:r>
            <a:r>
              <a:rPr lang="en-US" sz="2400" dirty="0" err="1">
                <a:solidFill>
                  <a:schemeClr val="tx1">
                    <a:lumMod val="75000"/>
                    <a:lumOff val="25000"/>
                  </a:schemeClr>
                </a:solidFill>
                <a:latin typeface="+mj-lt"/>
              </a:rPr>
              <a:t>sistem</a:t>
            </a:r>
            <a:r>
              <a:rPr lang="en-US" sz="2400" dirty="0">
                <a:solidFill>
                  <a:schemeClr val="tx1">
                    <a:lumMod val="75000"/>
                    <a:lumOff val="25000"/>
                  </a:schemeClr>
                </a:solidFill>
                <a:latin typeface="+mj-lt"/>
              </a:rPr>
              <a:t> </a:t>
            </a:r>
            <a:r>
              <a:rPr lang="en-US" sz="2400" dirty="0" err="1">
                <a:solidFill>
                  <a:schemeClr val="tx1">
                    <a:lumMod val="75000"/>
                    <a:lumOff val="25000"/>
                  </a:schemeClr>
                </a:solidFill>
                <a:latin typeface="+mj-lt"/>
              </a:rPr>
              <a:t>autentikasi</a:t>
            </a:r>
            <a:r>
              <a:rPr lang="en-US" sz="2400" dirty="0">
                <a:solidFill>
                  <a:schemeClr val="tx1">
                    <a:lumMod val="75000"/>
                    <a:lumOff val="25000"/>
                  </a:schemeClr>
                </a:solidFill>
                <a:latin typeface="+mj-lt"/>
              </a:rPr>
              <a:t> </a:t>
            </a:r>
            <a:r>
              <a:rPr lang="en-US" sz="2400" dirty="0" err="1">
                <a:solidFill>
                  <a:schemeClr val="tx1">
                    <a:lumMod val="75000"/>
                    <a:lumOff val="25000"/>
                  </a:schemeClr>
                </a:solidFill>
                <a:latin typeface="+mj-lt"/>
              </a:rPr>
              <a:t>pengguna</a:t>
            </a:r>
            <a:r>
              <a:rPr lang="en-US" sz="2400" dirty="0">
                <a:solidFill>
                  <a:schemeClr val="tx1">
                    <a:lumMod val="75000"/>
                    <a:lumOff val="25000"/>
                  </a:schemeClr>
                </a:solidFill>
                <a:latin typeface="+mj-lt"/>
              </a:rPr>
              <a:t>. </a:t>
            </a:r>
            <a:r>
              <a:rPr lang="en-US" sz="2400" dirty="0" err="1">
                <a:solidFill>
                  <a:schemeClr val="tx1">
                    <a:lumMod val="75000"/>
                    <a:lumOff val="25000"/>
                  </a:schemeClr>
                </a:solidFill>
                <a:latin typeface="+mj-lt"/>
              </a:rPr>
              <a:t>Pengguna</a:t>
            </a:r>
            <a:r>
              <a:rPr lang="en-US" sz="2400" dirty="0">
                <a:solidFill>
                  <a:schemeClr val="tx1">
                    <a:lumMod val="75000"/>
                    <a:lumOff val="25000"/>
                  </a:schemeClr>
                </a:solidFill>
                <a:latin typeface="+mj-lt"/>
              </a:rPr>
              <a:t> </a:t>
            </a:r>
            <a:r>
              <a:rPr lang="en-US" sz="2400" dirty="0" err="1">
                <a:solidFill>
                  <a:schemeClr val="tx1">
                    <a:lumMod val="75000"/>
                    <a:lumOff val="25000"/>
                  </a:schemeClr>
                </a:solidFill>
                <a:latin typeface="+mj-lt"/>
              </a:rPr>
              <a:t>harus</a:t>
            </a:r>
            <a:r>
              <a:rPr lang="en-US" sz="2400" dirty="0">
                <a:solidFill>
                  <a:schemeClr val="tx1">
                    <a:lumMod val="75000"/>
                    <a:lumOff val="25000"/>
                  </a:schemeClr>
                </a:solidFill>
                <a:latin typeface="+mj-lt"/>
              </a:rPr>
              <a:t> </a:t>
            </a:r>
            <a:r>
              <a:rPr lang="en-US" sz="2400" dirty="0" err="1">
                <a:solidFill>
                  <a:schemeClr val="tx1">
                    <a:lumMod val="75000"/>
                    <a:lumOff val="25000"/>
                  </a:schemeClr>
                </a:solidFill>
                <a:latin typeface="+mj-lt"/>
              </a:rPr>
              <a:t>memasukkan</a:t>
            </a:r>
            <a:r>
              <a:rPr lang="en-US" sz="2400" dirty="0">
                <a:solidFill>
                  <a:schemeClr val="tx1">
                    <a:lumMod val="75000"/>
                    <a:lumOff val="25000"/>
                  </a:schemeClr>
                </a:solidFill>
                <a:latin typeface="+mj-lt"/>
              </a:rPr>
              <a:t> username dan password yang </a:t>
            </a:r>
            <a:r>
              <a:rPr lang="en-US" sz="2400" dirty="0" err="1">
                <a:solidFill>
                  <a:schemeClr val="tx1">
                    <a:lumMod val="75000"/>
                    <a:lumOff val="25000"/>
                  </a:schemeClr>
                </a:solidFill>
                <a:latin typeface="+mj-lt"/>
              </a:rPr>
              <a:t>benar</a:t>
            </a:r>
            <a:r>
              <a:rPr lang="en-US" sz="2400" dirty="0">
                <a:solidFill>
                  <a:schemeClr val="tx1">
                    <a:lumMod val="75000"/>
                    <a:lumOff val="25000"/>
                  </a:schemeClr>
                </a:solidFill>
                <a:latin typeface="+mj-lt"/>
              </a:rPr>
              <a:t> agar </a:t>
            </a:r>
            <a:r>
              <a:rPr lang="en-US" sz="2400" dirty="0" err="1">
                <a:solidFill>
                  <a:schemeClr val="tx1">
                    <a:lumMod val="75000"/>
                    <a:lumOff val="25000"/>
                  </a:schemeClr>
                </a:solidFill>
                <a:latin typeface="+mj-lt"/>
              </a:rPr>
              <a:t>dapat</a:t>
            </a:r>
            <a:r>
              <a:rPr lang="en-US" sz="2400" dirty="0">
                <a:solidFill>
                  <a:schemeClr val="tx1">
                    <a:lumMod val="75000"/>
                    <a:lumOff val="25000"/>
                  </a:schemeClr>
                </a:solidFill>
                <a:latin typeface="+mj-lt"/>
              </a:rPr>
              <a:t> </a:t>
            </a:r>
            <a:r>
              <a:rPr lang="en-US" sz="2400" dirty="0" err="1">
                <a:solidFill>
                  <a:schemeClr val="tx1">
                    <a:lumMod val="75000"/>
                    <a:lumOff val="25000"/>
                  </a:schemeClr>
                </a:solidFill>
                <a:latin typeface="+mj-lt"/>
              </a:rPr>
              <a:t>mengakses</a:t>
            </a:r>
            <a:r>
              <a:rPr lang="en-US" sz="2400" dirty="0">
                <a:solidFill>
                  <a:schemeClr val="tx1">
                    <a:lumMod val="75000"/>
                    <a:lumOff val="25000"/>
                  </a:schemeClr>
                </a:solidFill>
                <a:latin typeface="+mj-lt"/>
              </a:rPr>
              <a:t> menu </a:t>
            </a:r>
            <a:r>
              <a:rPr lang="en-US" sz="2400" dirty="0" err="1">
                <a:solidFill>
                  <a:schemeClr val="tx1">
                    <a:lumMod val="75000"/>
                    <a:lumOff val="25000"/>
                  </a:schemeClr>
                </a:solidFill>
                <a:latin typeface="+mj-lt"/>
              </a:rPr>
              <a:t>utama</a:t>
            </a:r>
            <a:r>
              <a:rPr lang="en-US" sz="2400" dirty="0">
                <a:solidFill>
                  <a:schemeClr val="tx1">
                    <a:lumMod val="75000"/>
                    <a:lumOff val="25000"/>
                  </a:schemeClr>
                </a:solidFill>
                <a:latin typeface="+mj-lt"/>
              </a:rPr>
              <a:t> </a:t>
            </a:r>
            <a:r>
              <a:rPr lang="en-US" sz="2400" dirty="0" err="1">
                <a:solidFill>
                  <a:schemeClr val="tx1">
                    <a:lumMod val="75000"/>
                    <a:lumOff val="25000"/>
                  </a:schemeClr>
                </a:solidFill>
                <a:latin typeface="+mj-lt"/>
              </a:rPr>
              <a:t>aplikasi</a:t>
            </a:r>
            <a:r>
              <a:rPr lang="en-US" sz="2400" dirty="0">
                <a:solidFill>
                  <a:schemeClr val="tx1">
                    <a:lumMod val="75000"/>
                    <a:lumOff val="25000"/>
                  </a:schemeClr>
                </a:solidFill>
                <a:latin typeface="+mj-lt"/>
              </a:rPr>
              <a:t>.</a:t>
            </a:r>
          </a:p>
        </p:txBody>
      </p:sp>
      <p:sp>
        <p:nvSpPr>
          <p:cNvPr id="43" name="Rectangle 1">
            <a:extLst>
              <a:ext uri="{FF2B5EF4-FFF2-40B4-BE49-F238E27FC236}">
                <a16:creationId xmlns:a16="http://schemas.microsoft.com/office/drawing/2014/main" id="{17BB8EAB-BFC9-4B1F-8A74-9390185C6ED9}"/>
              </a:ext>
            </a:extLst>
          </p:cNvPr>
          <p:cNvSpPr>
            <a:spLocks noChangeArrowheads="1"/>
          </p:cNvSpPr>
          <p:nvPr/>
        </p:nvSpPr>
        <p:spPr bwMode="auto">
          <a:xfrm>
            <a:off x="9971140" y="4441390"/>
            <a:ext cx="6722160"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MS Gothic" panose="020B0609070205080204" pitchFamily="49" charset="-128"/>
                <a:ea typeface="MS Gothic" panose="020B0609070205080204" pitchFamily="49" charset="-128"/>
              </a:rPr>
              <a:t>Data Login:</a:t>
            </a:r>
            <a:endParaRPr kumimoji="0" lang="en-US" altLang="en-US" sz="2400" b="0" i="0" u="none" strike="noStrike" cap="none" normalizeH="0" baseline="0" dirty="0">
              <a:ln>
                <a:noFill/>
              </a:ln>
              <a:solidFill>
                <a:schemeClr val="tx1"/>
              </a:solidFill>
              <a:effectLst/>
              <a:latin typeface="MS Gothic" panose="020B0609070205080204" pitchFamily="49" charset="-128"/>
              <a:ea typeface="MS Gothic" panose="020B0609070205080204" pitchFamily="49" charset="-128"/>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MS Gothic" panose="020B0609070205080204" pitchFamily="49" charset="-128"/>
                <a:ea typeface="MS Gothic" panose="020B0609070205080204" pitchFamily="49" charset="-128"/>
              </a:rPr>
              <a:t>Username:</a:t>
            </a:r>
            <a:r>
              <a:rPr kumimoji="0" lang="en-US" altLang="en-US" sz="2400" b="0" i="0" u="none" strike="noStrike" cap="none" normalizeH="0" baseline="0" dirty="0">
                <a:ln>
                  <a:noFill/>
                </a:ln>
                <a:solidFill>
                  <a:schemeClr val="tx1"/>
                </a:solidFill>
                <a:effectLst/>
                <a:latin typeface="MS Gothic" panose="020B0609070205080204" pitchFamily="49" charset="-128"/>
                <a:ea typeface="MS Gothic" panose="020B0609070205080204" pitchFamily="49" charset="-128"/>
              </a:rPr>
              <a:t> admin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MS Gothic" panose="020B0609070205080204" pitchFamily="49" charset="-128"/>
                <a:ea typeface="MS Gothic" panose="020B0609070205080204" pitchFamily="49" charset="-128"/>
              </a:rPr>
              <a:t>Password:</a:t>
            </a:r>
            <a:r>
              <a:rPr kumimoji="0" lang="en-US" altLang="en-US" sz="2400" b="0" i="0" u="none" strike="noStrike" cap="none" normalizeH="0" baseline="0" dirty="0">
                <a:ln>
                  <a:noFill/>
                </a:ln>
                <a:solidFill>
                  <a:schemeClr val="tx1"/>
                </a:solidFill>
                <a:effectLst/>
                <a:latin typeface="MS Gothic" panose="020B0609070205080204" pitchFamily="49" charset="-128"/>
                <a:ea typeface="MS Gothic" panose="020B0609070205080204" pitchFamily="49" charset="-128"/>
              </a:rPr>
              <a:t> 123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err="1">
                <a:ln>
                  <a:noFill/>
                </a:ln>
                <a:solidFill>
                  <a:schemeClr val="tx1"/>
                </a:solidFill>
                <a:effectLst/>
                <a:latin typeface="MS Gothic" panose="020B0609070205080204" pitchFamily="49" charset="-128"/>
                <a:ea typeface="MS Gothic" panose="020B0609070205080204" pitchFamily="49" charset="-128"/>
              </a:rPr>
              <a:t>Apabila</a:t>
            </a:r>
            <a:r>
              <a:rPr kumimoji="0" lang="en-US" altLang="en-US" sz="2400" b="0" i="0" u="none" strike="noStrike" cap="none" normalizeH="0" baseline="0" dirty="0">
                <a:ln>
                  <a:noFill/>
                </a:ln>
                <a:solidFill>
                  <a:schemeClr val="tx1"/>
                </a:solidFill>
                <a:effectLst/>
                <a:latin typeface="MS Gothic" panose="020B0609070205080204" pitchFamily="49" charset="-128"/>
                <a:ea typeface="MS Gothic" panose="020B0609070205080204" pitchFamily="49" charset="-128"/>
              </a:rPr>
              <a:t> data login </a:t>
            </a:r>
            <a:r>
              <a:rPr kumimoji="0" lang="en-US" altLang="en-US" sz="2400" b="0" i="0" u="none" strike="noStrike" cap="none" normalizeH="0" baseline="0" dirty="0" err="1">
                <a:ln>
                  <a:noFill/>
                </a:ln>
                <a:solidFill>
                  <a:schemeClr val="tx1"/>
                </a:solidFill>
                <a:effectLst/>
                <a:latin typeface="MS Gothic" panose="020B0609070205080204" pitchFamily="49" charset="-128"/>
                <a:ea typeface="MS Gothic" panose="020B0609070205080204" pitchFamily="49" charset="-128"/>
              </a:rPr>
              <a:t>benar</a:t>
            </a:r>
            <a:r>
              <a:rPr kumimoji="0" lang="en-US" altLang="en-US" sz="2400" b="0" i="0" u="none" strike="noStrike" cap="none" normalizeH="0" baseline="0" dirty="0">
                <a:ln>
                  <a:noFill/>
                </a:ln>
                <a:solidFill>
                  <a:schemeClr val="tx1"/>
                </a:solidFill>
                <a:effectLst/>
                <a:latin typeface="MS Gothic" panose="020B0609070205080204" pitchFamily="49" charset="-128"/>
                <a:ea typeface="MS Gothic" panose="020B0609070205080204" pitchFamily="49" charset="-128"/>
              </a:rPr>
              <a:t>, </a:t>
            </a:r>
            <a:r>
              <a:rPr kumimoji="0" lang="en-US" altLang="en-US" sz="2400" b="0" i="0" u="none" strike="noStrike" cap="none" normalizeH="0" baseline="0" dirty="0" err="1">
                <a:ln>
                  <a:noFill/>
                </a:ln>
                <a:solidFill>
                  <a:schemeClr val="tx1"/>
                </a:solidFill>
                <a:effectLst/>
                <a:latin typeface="MS Gothic" panose="020B0609070205080204" pitchFamily="49" charset="-128"/>
                <a:ea typeface="MS Gothic" panose="020B0609070205080204" pitchFamily="49" charset="-128"/>
              </a:rPr>
              <a:t>pengguna</a:t>
            </a:r>
            <a:r>
              <a:rPr kumimoji="0" lang="en-US" altLang="en-US" sz="2400" b="0" i="0" u="none" strike="noStrike" cap="none" normalizeH="0" baseline="0" dirty="0">
                <a:ln>
                  <a:noFill/>
                </a:ln>
                <a:solidFill>
                  <a:schemeClr val="tx1"/>
                </a:solidFill>
                <a:effectLst/>
                <a:latin typeface="MS Gothic" panose="020B0609070205080204" pitchFamily="49" charset="-128"/>
                <a:ea typeface="MS Gothic" panose="020B0609070205080204" pitchFamily="49" charset="-128"/>
              </a:rPr>
              <a:t> </a:t>
            </a:r>
            <a:r>
              <a:rPr kumimoji="0" lang="en-US" altLang="en-US" sz="2400" b="0" i="0" u="none" strike="noStrike" cap="none" normalizeH="0" baseline="0" dirty="0" err="1">
                <a:ln>
                  <a:noFill/>
                </a:ln>
                <a:solidFill>
                  <a:schemeClr val="tx1"/>
                </a:solidFill>
                <a:effectLst/>
                <a:latin typeface="MS Gothic" panose="020B0609070205080204" pitchFamily="49" charset="-128"/>
                <a:ea typeface="MS Gothic" panose="020B0609070205080204" pitchFamily="49" charset="-128"/>
              </a:rPr>
              <a:t>akan</a:t>
            </a:r>
            <a:r>
              <a:rPr kumimoji="0" lang="en-US" altLang="en-US" sz="2400" b="0" i="0" u="none" strike="noStrike" cap="none" normalizeH="0" baseline="0" dirty="0">
                <a:ln>
                  <a:noFill/>
                </a:ln>
                <a:solidFill>
                  <a:schemeClr val="tx1"/>
                </a:solidFill>
                <a:effectLst/>
                <a:latin typeface="MS Gothic" panose="020B0609070205080204" pitchFamily="49" charset="-128"/>
                <a:ea typeface="MS Gothic" panose="020B0609070205080204" pitchFamily="49" charset="-128"/>
              </a:rPr>
              <a:t> </a:t>
            </a:r>
            <a:r>
              <a:rPr kumimoji="0" lang="en-US" altLang="en-US" sz="2400" b="0" i="0" u="none" strike="noStrike" cap="none" normalizeH="0" baseline="0" dirty="0" err="1">
                <a:ln>
                  <a:noFill/>
                </a:ln>
                <a:solidFill>
                  <a:schemeClr val="tx1"/>
                </a:solidFill>
                <a:effectLst/>
                <a:latin typeface="MS Gothic" panose="020B0609070205080204" pitchFamily="49" charset="-128"/>
                <a:ea typeface="MS Gothic" panose="020B0609070205080204" pitchFamily="49" charset="-128"/>
              </a:rPr>
              <a:t>diarahkan</a:t>
            </a:r>
            <a:r>
              <a:rPr kumimoji="0" lang="en-US" altLang="en-US" sz="2400" b="0" i="0" u="none" strike="noStrike" cap="none" normalizeH="0" baseline="0" dirty="0">
                <a:ln>
                  <a:noFill/>
                </a:ln>
                <a:solidFill>
                  <a:schemeClr val="tx1"/>
                </a:solidFill>
                <a:effectLst/>
                <a:latin typeface="MS Gothic" panose="020B0609070205080204" pitchFamily="49" charset="-128"/>
                <a:ea typeface="MS Gothic" panose="020B0609070205080204" pitchFamily="49" charset="-128"/>
              </a:rPr>
              <a:t> </a:t>
            </a:r>
            <a:r>
              <a:rPr kumimoji="0" lang="en-US" altLang="en-US" sz="2400" b="0" i="0" u="none" strike="noStrike" cap="none" normalizeH="0" baseline="0" dirty="0" err="1">
                <a:ln>
                  <a:noFill/>
                </a:ln>
                <a:solidFill>
                  <a:schemeClr val="tx1"/>
                </a:solidFill>
                <a:effectLst/>
                <a:latin typeface="MS Gothic" panose="020B0609070205080204" pitchFamily="49" charset="-128"/>
                <a:ea typeface="MS Gothic" panose="020B0609070205080204" pitchFamily="49" charset="-128"/>
              </a:rPr>
              <a:t>ke</a:t>
            </a:r>
            <a:r>
              <a:rPr kumimoji="0" lang="en-US" altLang="en-US" sz="2400" b="0" i="0" u="none" strike="noStrike" cap="none" normalizeH="0" baseline="0" dirty="0">
                <a:ln>
                  <a:noFill/>
                </a:ln>
                <a:solidFill>
                  <a:schemeClr val="tx1"/>
                </a:solidFill>
                <a:effectLst/>
                <a:latin typeface="MS Gothic" panose="020B0609070205080204" pitchFamily="49" charset="-128"/>
                <a:ea typeface="MS Gothic" panose="020B0609070205080204" pitchFamily="49" charset="-128"/>
              </a:rPr>
              <a:t> </a:t>
            </a:r>
            <a:r>
              <a:rPr kumimoji="0" lang="en-US" altLang="en-US" sz="2400" b="0" i="0" u="none" strike="noStrike" cap="none" normalizeH="0" baseline="0" dirty="0" err="1">
                <a:ln>
                  <a:noFill/>
                </a:ln>
                <a:solidFill>
                  <a:schemeClr val="tx1"/>
                </a:solidFill>
                <a:effectLst/>
                <a:latin typeface="MS Gothic" panose="020B0609070205080204" pitchFamily="49" charset="-128"/>
                <a:ea typeface="MS Gothic" panose="020B0609070205080204" pitchFamily="49" charset="-128"/>
              </a:rPr>
              <a:t>halaman</a:t>
            </a:r>
            <a:r>
              <a:rPr kumimoji="0" lang="en-US" altLang="en-US" sz="2400" b="0" i="0" u="none" strike="noStrike" cap="none" normalizeH="0" baseline="0" dirty="0">
                <a:ln>
                  <a:noFill/>
                </a:ln>
                <a:solidFill>
                  <a:schemeClr val="tx1"/>
                </a:solidFill>
                <a:effectLst/>
                <a:latin typeface="MS Gothic" panose="020B0609070205080204" pitchFamily="49" charset="-128"/>
                <a:ea typeface="MS Gothic" panose="020B0609070205080204" pitchFamily="49" charset="-128"/>
              </a:rPr>
              <a:t> Dashboard. Jika salah, </a:t>
            </a:r>
            <a:r>
              <a:rPr kumimoji="0" lang="en-US" altLang="en-US" sz="2400" b="0" i="0" u="none" strike="noStrike" cap="none" normalizeH="0" baseline="0" dirty="0" err="1">
                <a:ln>
                  <a:noFill/>
                </a:ln>
                <a:solidFill>
                  <a:schemeClr val="tx1"/>
                </a:solidFill>
                <a:effectLst/>
                <a:latin typeface="MS Gothic" panose="020B0609070205080204" pitchFamily="49" charset="-128"/>
                <a:ea typeface="MS Gothic" panose="020B0609070205080204" pitchFamily="49" charset="-128"/>
              </a:rPr>
              <a:t>sistem</a:t>
            </a:r>
            <a:r>
              <a:rPr kumimoji="0" lang="en-US" altLang="en-US" sz="2400" b="0" i="0" u="none" strike="noStrike" cap="none" normalizeH="0" baseline="0" dirty="0">
                <a:ln>
                  <a:noFill/>
                </a:ln>
                <a:solidFill>
                  <a:schemeClr val="tx1"/>
                </a:solidFill>
                <a:effectLst/>
                <a:latin typeface="MS Gothic" panose="020B0609070205080204" pitchFamily="49" charset="-128"/>
                <a:ea typeface="MS Gothic" panose="020B0609070205080204" pitchFamily="49" charset="-128"/>
              </a:rPr>
              <a:t> </a:t>
            </a:r>
            <a:r>
              <a:rPr kumimoji="0" lang="en-US" altLang="en-US" sz="2400" b="0" i="0" u="none" strike="noStrike" cap="none" normalizeH="0" baseline="0" dirty="0" err="1">
                <a:ln>
                  <a:noFill/>
                </a:ln>
                <a:solidFill>
                  <a:schemeClr val="tx1"/>
                </a:solidFill>
                <a:effectLst/>
                <a:latin typeface="MS Gothic" panose="020B0609070205080204" pitchFamily="49" charset="-128"/>
                <a:ea typeface="MS Gothic" panose="020B0609070205080204" pitchFamily="49" charset="-128"/>
              </a:rPr>
              <a:t>akan</a:t>
            </a:r>
            <a:r>
              <a:rPr kumimoji="0" lang="en-US" altLang="en-US" sz="2400" b="0" i="0" u="none" strike="noStrike" cap="none" normalizeH="0" baseline="0" dirty="0">
                <a:ln>
                  <a:noFill/>
                </a:ln>
                <a:solidFill>
                  <a:schemeClr val="tx1"/>
                </a:solidFill>
                <a:effectLst/>
                <a:latin typeface="MS Gothic" panose="020B0609070205080204" pitchFamily="49" charset="-128"/>
                <a:ea typeface="MS Gothic" panose="020B0609070205080204" pitchFamily="49" charset="-128"/>
              </a:rPr>
              <a:t> </a:t>
            </a:r>
            <a:r>
              <a:rPr kumimoji="0" lang="en-US" altLang="en-US" sz="2400" b="0" i="0" u="none" strike="noStrike" cap="none" normalizeH="0" baseline="0" dirty="0" err="1">
                <a:ln>
                  <a:noFill/>
                </a:ln>
                <a:solidFill>
                  <a:schemeClr val="tx1"/>
                </a:solidFill>
                <a:effectLst/>
                <a:latin typeface="MS Gothic" panose="020B0609070205080204" pitchFamily="49" charset="-128"/>
                <a:ea typeface="MS Gothic" panose="020B0609070205080204" pitchFamily="49" charset="-128"/>
              </a:rPr>
              <a:t>menampilkan</a:t>
            </a:r>
            <a:r>
              <a:rPr kumimoji="0" lang="en-US" altLang="en-US" sz="2400" b="0" i="0" u="none" strike="noStrike" cap="none" normalizeH="0" baseline="0" dirty="0">
                <a:ln>
                  <a:noFill/>
                </a:ln>
                <a:solidFill>
                  <a:schemeClr val="tx1"/>
                </a:solidFill>
                <a:effectLst/>
                <a:latin typeface="MS Gothic" panose="020B0609070205080204" pitchFamily="49" charset="-128"/>
                <a:ea typeface="MS Gothic" panose="020B0609070205080204" pitchFamily="49" charset="-128"/>
              </a:rPr>
              <a:t> </a:t>
            </a:r>
            <a:r>
              <a:rPr kumimoji="0" lang="en-US" altLang="en-US" sz="2400" b="0" i="0" u="none" strike="noStrike" cap="none" normalizeH="0" baseline="0" dirty="0" err="1">
                <a:ln>
                  <a:noFill/>
                </a:ln>
                <a:solidFill>
                  <a:schemeClr val="tx1"/>
                </a:solidFill>
                <a:effectLst/>
                <a:latin typeface="MS Gothic" panose="020B0609070205080204" pitchFamily="49" charset="-128"/>
                <a:ea typeface="MS Gothic" panose="020B0609070205080204" pitchFamily="49" charset="-128"/>
              </a:rPr>
              <a:t>pesan</a:t>
            </a:r>
            <a:r>
              <a:rPr kumimoji="0" lang="en-US" altLang="en-US" sz="2400" b="0" i="0" u="none" strike="noStrike" cap="none" normalizeH="0" baseline="0" dirty="0">
                <a:ln>
                  <a:noFill/>
                </a:ln>
                <a:solidFill>
                  <a:schemeClr val="tx1"/>
                </a:solidFill>
                <a:effectLst/>
                <a:latin typeface="MS Gothic" panose="020B0609070205080204" pitchFamily="49" charset="-128"/>
                <a:ea typeface="MS Gothic" panose="020B0609070205080204" pitchFamily="49" charset="-128"/>
              </a:rPr>
              <a:t> </a:t>
            </a:r>
            <a:r>
              <a:rPr kumimoji="0" lang="en-US" altLang="en-US" sz="2400" b="0" i="0" u="none" strike="noStrike" cap="none" normalizeH="0" baseline="0" dirty="0" err="1">
                <a:ln>
                  <a:noFill/>
                </a:ln>
                <a:solidFill>
                  <a:schemeClr val="tx1"/>
                </a:solidFill>
                <a:effectLst/>
                <a:latin typeface="MS Gothic" panose="020B0609070205080204" pitchFamily="49" charset="-128"/>
                <a:ea typeface="MS Gothic" panose="020B0609070205080204" pitchFamily="49" charset="-128"/>
              </a:rPr>
              <a:t>bahwa</a:t>
            </a:r>
            <a:r>
              <a:rPr kumimoji="0" lang="en-US" altLang="en-US" sz="2400" b="0" i="0" u="none" strike="noStrike" cap="none" normalizeH="0" baseline="0" dirty="0">
                <a:ln>
                  <a:noFill/>
                </a:ln>
                <a:solidFill>
                  <a:schemeClr val="tx1"/>
                </a:solidFill>
                <a:effectLst/>
                <a:latin typeface="MS Gothic" panose="020B0609070205080204" pitchFamily="49" charset="-128"/>
                <a:ea typeface="MS Gothic" panose="020B0609070205080204" pitchFamily="49" charset="-128"/>
              </a:rPr>
              <a:t> username </a:t>
            </a:r>
            <a:r>
              <a:rPr kumimoji="0" lang="en-US" altLang="en-US" sz="2400" b="0" i="0" u="none" strike="noStrike" cap="none" normalizeH="0" baseline="0" dirty="0" err="1">
                <a:ln>
                  <a:noFill/>
                </a:ln>
                <a:solidFill>
                  <a:schemeClr val="tx1"/>
                </a:solidFill>
                <a:effectLst/>
                <a:latin typeface="MS Gothic" panose="020B0609070205080204" pitchFamily="49" charset="-128"/>
                <a:ea typeface="MS Gothic" panose="020B0609070205080204" pitchFamily="49" charset="-128"/>
              </a:rPr>
              <a:t>atau</a:t>
            </a:r>
            <a:r>
              <a:rPr kumimoji="0" lang="en-US" altLang="en-US" sz="2400" b="0" i="0" u="none" strike="noStrike" cap="none" normalizeH="0" baseline="0" dirty="0">
                <a:ln>
                  <a:noFill/>
                </a:ln>
                <a:solidFill>
                  <a:schemeClr val="tx1"/>
                </a:solidFill>
                <a:effectLst/>
                <a:latin typeface="MS Gothic" panose="020B0609070205080204" pitchFamily="49" charset="-128"/>
                <a:ea typeface="MS Gothic" panose="020B0609070205080204" pitchFamily="49" charset="-128"/>
              </a:rPr>
              <a:t> password </a:t>
            </a:r>
            <a:r>
              <a:rPr kumimoji="0" lang="en-US" altLang="en-US" sz="2400" b="0" i="0" u="none" strike="noStrike" cap="none" normalizeH="0" baseline="0" dirty="0" err="1">
                <a:ln>
                  <a:noFill/>
                </a:ln>
                <a:solidFill>
                  <a:schemeClr val="tx1"/>
                </a:solidFill>
                <a:effectLst/>
                <a:latin typeface="MS Gothic" panose="020B0609070205080204" pitchFamily="49" charset="-128"/>
                <a:ea typeface="MS Gothic" panose="020B0609070205080204" pitchFamily="49" charset="-128"/>
              </a:rPr>
              <a:t>tidak</a:t>
            </a:r>
            <a:r>
              <a:rPr kumimoji="0" lang="en-US" altLang="en-US" sz="2400" b="0" i="0" u="none" strike="noStrike" cap="none" normalizeH="0" baseline="0" dirty="0">
                <a:ln>
                  <a:noFill/>
                </a:ln>
                <a:solidFill>
                  <a:schemeClr val="tx1"/>
                </a:solidFill>
                <a:effectLst/>
                <a:latin typeface="MS Gothic" panose="020B0609070205080204" pitchFamily="49" charset="-128"/>
                <a:ea typeface="MS Gothic" panose="020B0609070205080204" pitchFamily="49" charset="-128"/>
              </a:rPr>
              <a:t> valid.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C3E7FC">
                <a:alpha val="100000"/>
              </a:srgbClr>
            </a:gs>
            <a:gs pos="100000">
              <a:srgbClr val="2F3659">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Freeform 2"/>
          <p:cNvSpPr/>
          <p:nvPr/>
        </p:nvSpPr>
        <p:spPr>
          <a:xfrm>
            <a:off x="-606333" y="4342989"/>
            <a:ext cx="19500667" cy="5354087"/>
          </a:xfrm>
          <a:custGeom>
            <a:avLst/>
            <a:gdLst/>
            <a:ahLst/>
            <a:cxnLst/>
            <a:rect l="l" t="t" r="r" b="b"/>
            <a:pathLst>
              <a:path w="19500667" h="5354087">
                <a:moveTo>
                  <a:pt x="0" y="0"/>
                </a:moveTo>
                <a:lnTo>
                  <a:pt x="19500666" y="0"/>
                </a:lnTo>
                <a:lnTo>
                  <a:pt x="19500666" y="5354088"/>
                </a:lnTo>
                <a:lnTo>
                  <a:pt x="0" y="5354088"/>
                </a:lnTo>
                <a:lnTo>
                  <a:pt x="0" y="0"/>
                </a:lnTo>
                <a:close/>
              </a:path>
            </a:pathLst>
          </a:custGeom>
          <a:blipFill>
            <a:blip r:embed="rId2">
              <a:alphaModFix amt="54000"/>
              <a:extLst>
                <a:ext uri="{96DAC541-7B7A-43D3-8B79-37D633B846F1}">
                  <asvg:svgBlip xmlns:asvg="http://schemas.microsoft.com/office/drawing/2016/SVG/main" r:embed="rId3"/>
                </a:ext>
              </a:extLst>
            </a:blip>
            <a:stretch>
              <a:fillRect/>
            </a:stretch>
          </a:blipFill>
        </p:spPr>
      </p:sp>
      <p:sp>
        <p:nvSpPr>
          <p:cNvPr id="3" name="Freeform 3"/>
          <p:cNvSpPr/>
          <p:nvPr/>
        </p:nvSpPr>
        <p:spPr>
          <a:xfrm>
            <a:off x="12166260" y="-410559"/>
            <a:ext cx="4424434" cy="2501816"/>
          </a:xfrm>
          <a:custGeom>
            <a:avLst/>
            <a:gdLst/>
            <a:ahLst/>
            <a:cxnLst/>
            <a:rect l="l" t="t" r="r" b="b"/>
            <a:pathLst>
              <a:path w="4424434" h="2501816">
                <a:moveTo>
                  <a:pt x="0" y="0"/>
                </a:moveTo>
                <a:lnTo>
                  <a:pt x="4424435" y="0"/>
                </a:lnTo>
                <a:lnTo>
                  <a:pt x="4424435" y="2501817"/>
                </a:lnTo>
                <a:lnTo>
                  <a:pt x="0" y="2501817"/>
                </a:lnTo>
                <a:lnTo>
                  <a:pt x="0" y="0"/>
                </a:lnTo>
                <a:close/>
              </a:path>
            </a:pathLst>
          </a:custGeom>
          <a:blipFill>
            <a:blip r:embed="rId4">
              <a:alphaModFix amt="25000"/>
              <a:extLst>
                <a:ext uri="{96DAC541-7B7A-43D3-8B79-37D633B846F1}">
                  <asvg:svgBlip xmlns:asvg="http://schemas.microsoft.com/office/drawing/2016/SVG/main" r:embed="rId5"/>
                </a:ext>
              </a:extLst>
            </a:blip>
            <a:stretch>
              <a:fillRect/>
            </a:stretch>
          </a:blipFill>
        </p:spPr>
      </p:sp>
      <p:grpSp>
        <p:nvGrpSpPr>
          <p:cNvPr id="4" name="Group 4"/>
          <p:cNvGrpSpPr/>
          <p:nvPr/>
        </p:nvGrpSpPr>
        <p:grpSpPr>
          <a:xfrm>
            <a:off x="1028700" y="1624115"/>
            <a:ext cx="16230600" cy="7634185"/>
            <a:chOff x="0" y="0"/>
            <a:chExt cx="4274726" cy="2010650"/>
          </a:xfrm>
        </p:grpSpPr>
        <p:sp>
          <p:nvSpPr>
            <p:cNvPr id="5" name="Freeform 5"/>
            <p:cNvSpPr/>
            <p:nvPr/>
          </p:nvSpPr>
          <p:spPr>
            <a:xfrm>
              <a:off x="0" y="0"/>
              <a:ext cx="4274726" cy="2010650"/>
            </a:xfrm>
            <a:custGeom>
              <a:avLst/>
              <a:gdLst/>
              <a:ahLst/>
              <a:cxnLst/>
              <a:rect l="l" t="t" r="r" b="b"/>
              <a:pathLst>
                <a:path w="4274726" h="2010650">
                  <a:moveTo>
                    <a:pt x="12879" y="0"/>
                  </a:moveTo>
                  <a:lnTo>
                    <a:pt x="4261847" y="0"/>
                  </a:lnTo>
                  <a:cubicBezTo>
                    <a:pt x="4268960" y="0"/>
                    <a:pt x="4274726" y="5766"/>
                    <a:pt x="4274726" y="12879"/>
                  </a:cubicBezTo>
                  <a:lnTo>
                    <a:pt x="4274726" y="1997771"/>
                  </a:lnTo>
                  <a:cubicBezTo>
                    <a:pt x="4274726" y="2001186"/>
                    <a:pt x="4273369" y="2004462"/>
                    <a:pt x="4270954" y="2006878"/>
                  </a:cubicBezTo>
                  <a:cubicBezTo>
                    <a:pt x="4268539" y="2009293"/>
                    <a:pt x="4265263" y="2010650"/>
                    <a:pt x="4261847" y="2010650"/>
                  </a:cubicBezTo>
                  <a:lnTo>
                    <a:pt x="12879" y="2010650"/>
                  </a:lnTo>
                  <a:cubicBezTo>
                    <a:pt x="5766" y="2010650"/>
                    <a:pt x="0" y="2004883"/>
                    <a:pt x="0" y="1997771"/>
                  </a:cubicBezTo>
                  <a:lnTo>
                    <a:pt x="0" y="12879"/>
                  </a:lnTo>
                  <a:cubicBezTo>
                    <a:pt x="0" y="5766"/>
                    <a:pt x="5766" y="0"/>
                    <a:pt x="12879" y="0"/>
                  </a:cubicBezTo>
                  <a:close/>
                </a:path>
              </a:pathLst>
            </a:custGeom>
            <a:solidFill>
              <a:srgbClr val="FFFFFF"/>
            </a:solidFill>
          </p:spPr>
        </p:sp>
        <p:sp>
          <p:nvSpPr>
            <p:cNvPr id="6" name="TextBox 6"/>
            <p:cNvSpPr txBox="1"/>
            <p:nvPr/>
          </p:nvSpPr>
          <p:spPr>
            <a:xfrm>
              <a:off x="0" y="-38100"/>
              <a:ext cx="4274726" cy="2048750"/>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2011736" y="845640"/>
            <a:ext cx="5613387" cy="8595719"/>
          </a:xfrm>
          <a:custGeom>
            <a:avLst/>
            <a:gdLst/>
            <a:ahLst/>
            <a:cxnLst/>
            <a:rect l="l" t="t" r="r" b="b"/>
            <a:pathLst>
              <a:path w="5613387" h="8595719">
                <a:moveTo>
                  <a:pt x="0" y="0"/>
                </a:moveTo>
                <a:lnTo>
                  <a:pt x="5613387" y="0"/>
                </a:lnTo>
                <a:lnTo>
                  <a:pt x="5613387" y="8595720"/>
                </a:lnTo>
                <a:lnTo>
                  <a:pt x="0" y="859572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8" name="Group 8"/>
          <p:cNvGrpSpPr/>
          <p:nvPr/>
        </p:nvGrpSpPr>
        <p:grpSpPr>
          <a:xfrm>
            <a:off x="-1562147" y="9258300"/>
            <a:ext cx="21205933" cy="8243149"/>
            <a:chOff x="0" y="0"/>
            <a:chExt cx="5585102" cy="2171035"/>
          </a:xfrm>
        </p:grpSpPr>
        <p:sp>
          <p:nvSpPr>
            <p:cNvPr id="9" name="Freeform 9"/>
            <p:cNvSpPr/>
            <p:nvPr/>
          </p:nvSpPr>
          <p:spPr>
            <a:xfrm>
              <a:off x="0" y="0"/>
              <a:ext cx="5585102" cy="2171035"/>
            </a:xfrm>
            <a:custGeom>
              <a:avLst/>
              <a:gdLst/>
              <a:ahLst/>
              <a:cxnLst/>
              <a:rect l="l" t="t" r="r" b="b"/>
              <a:pathLst>
                <a:path w="5585102" h="2171035">
                  <a:moveTo>
                    <a:pt x="0" y="0"/>
                  </a:moveTo>
                  <a:lnTo>
                    <a:pt x="5585102" y="0"/>
                  </a:lnTo>
                  <a:lnTo>
                    <a:pt x="5585102" y="2171035"/>
                  </a:lnTo>
                  <a:lnTo>
                    <a:pt x="0" y="2171035"/>
                  </a:lnTo>
                  <a:close/>
                </a:path>
              </a:pathLst>
            </a:custGeom>
            <a:solidFill>
              <a:srgbClr val="3E3B39"/>
            </a:solidFill>
          </p:spPr>
        </p:sp>
        <p:sp>
          <p:nvSpPr>
            <p:cNvPr id="10" name="TextBox 10"/>
            <p:cNvSpPr txBox="1"/>
            <p:nvPr/>
          </p:nvSpPr>
          <p:spPr>
            <a:xfrm>
              <a:off x="0" y="-9525"/>
              <a:ext cx="5585102" cy="2180560"/>
            </a:xfrm>
            <a:prstGeom prst="rect">
              <a:avLst/>
            </a:prstGeom>
          </p:spPr>
          <p:txBody>
            <a:bodyPr lIns="50800" tIns="50800" rIns="50800" bIns="50800" rtlCol="0" anchor="ctr"/>
            <a:lstStyle/>
            <a:p>
              <a:pPr algn="ctr">
                <a:lnSpc>
                  <a:spcPts val="2363"/>
                </a:lnSpc>
              </a:pPr>
              <a:endParaRPr/>
            </a:p>
          </p:txBody>
        </p:sp>
      </p:grpSp>
      <p:grpSp>
        <p:nvGrpSpPr>
          <p:cNvPr id="11" name="Group 11"/>
          <p:cNvGrpSpPr/>
          <p:nvPr/>
        </p:nvGrpSpPr>
        <p:grpSpPr>
          <a:xfrm>
            <a:off x="553409" y="9739067"/>
            <a:ext cx="17181183" cy="110498"/>
            <a:chOff x="0" y="0"/>
            <a:chExt cx="22908243" cy="147331"/>
          </a:xfrm>
        </p:grpSpPr>
        <p:grpSp>
          <p:nvGrpSpPr>
            <p:cNvPr id="12" name="Group 12"/>
            <p:cNvGrpSpPr/>
            <p:nvPr/>
          </p:nvGrpSpPr>
          <p:grpSpPr>
            <a:xfrm>
              <a:off x="0" y="0"/>
              <a:ext cx="3092220" cy="147331"/>
              <a:chOff x="0" y="0"/>
              <a:chExt cx="610809" cy="29102"/>
            </a:xfrm>
          </p:grpSpPr>
          <p:sp>
            <p:nvSpPr>
              <p:cNvPr id="13" name="Freeform 13"/>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sp>
          <p:sp>
            <p:nvSpPr>
              <p:cNvPr id="14" name="TextBox 14"/>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15" name="Group 15"/>
            <p:cNvGrpSpPr/>
            <p:nvPr/>
          </p:nvGrpSpPr>
          <p:grpSpPr>
            <a:xfrm>
              <a:off x="3968711" y="0"/>
              <a:ext cx="3092220" cy="147331"/>
              <a:chOff x="0" y="0"/>
              <a:chExt cx="610809" cy="29102"/>
            </a:xfrm>
          </p:grpSpPr>
          <p:sp>
            <p:nvSpPr>
              <p:cNvPr id="16" name="Freeform 16"/>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sp>
          <p:sp>
            <p:nvSpPr>
              <p:cNvPr id="17" name="TextBox 17"/>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18" name="Group 18"/>
            <p:cNvGrpSpPr/>
            <p:nvPr/>
          </p:nvGrpSpPr>
          <p:grpSpPr>
            <a:xfrm>
              <a:off x="7937231" y="0"/>
              <a:ext cx="3092220" cy="147331"/>
              <a:chOff x="0" y="0"/>
              <a:chExt cx="610809" cy="29102"/>
            </a:xfrm>
          </p:grpSpPr>
          <p:sp>
            <p:nvSpPr>
              <p:cNvPr id="19" name="Freeform 19"/>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sp>
          <p:sp>
            <p:nvSpPr>
              <p:cNvPr id="20" name="TextBox 20"/>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21" name="Group 21"/>
            <p:cNvGrpSpPr/>
            <p:nvPr/>
          </p:nvGrpSpPr>
          <p:grpSpPr>
            <a:xfrm>
              <a:off x="11905941" y="0"/>
              <a:ext cx="3092220" cy="147331"/>
              <a:chOff x="0" y="0"/>
              <a:chExt cx="610809" cy="29102"/>
            </a:xfrm>
          </p:grpSpPr>
          <p:sp>
            <p:nvSpPr>
              <p:cNvPr id="22" name="Freeform 22"/>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sp>
          <p:sp>
            <p:nvSpPr>
              <p:cNvPr id="23" name="TextBox 23"/>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24" name="Group 24"/>
            <p:cNvGrpSpPr/>
            <p:nvPr/>
          </p:nvGrpSpPr>
          <p:grpSpPr>
            <a:xfrm>
              <a:off x="15847313" y="0"/>
              <a:ext cx="3092220" cy="147331"/>
              <a:chOff x="0" y="0"/>
              <a:chExt cx="610809" cy="29102"/>
            </a:xfrm>
          </p:grpSpPr>
          <p:sp>
            <p:nvSpPr>
              <p:cNvPr id="25" name="Freeform 25"/>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sp>
          <p:sp>
            <p:nvSpPr>
              <p:cNvPr id="26" name="TextBox 26"/>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27" name="Group 27"/>
            <p:cNvGrpSpPr/>
            <p:nvPr/>
          </p:nvGrpSpPr>
          <p:grpSpPr>
            <a:xfrm>
              <a:off x="19816024" y="0"/>
              <a:ext cx="3092220" cy="147331"/>
              <a:chOff x="0" y="0"/>
              <a:chExt cx="610809" cy="29102"/>
            </a:xfrm>
          </p:grpSpPr>
          <p:sp>
            <p:nvSpPr>
              <p:cNvPr id="28" name="Freeform 28"/>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sp>
          <p:sp>
            <p:nvSpPr>
              <p:cNvPr id="29" name="TextBox 29"/>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sp>
        <p:nvSpPr>
          <p:cNvPr id="30" name="Freeform 30"/>
          <p:cNvSpPr/>
          <p:nvPr/>
        </p:nvSpPr>
        <p:spPr>
          <a:xfrm rot="1574474">
            <a:off x="2411870" y="686300"/>
            <a:ext cx="323464" cy="308100"/>
          </a:xfrm>
          <a:custGeom>
            <a:avLst/>
            <a:gdLst/>
            <a:ahLst/>
            <a:cxnLst/>
            <a:rect l="l" t="t" r="r" b="b"/>
            <a:pathLst>
              <a:path w="323464" h="308100">
                <a:moveTo>
                  <a:pt x="0" y="0"/>
                </a:moveTo>
                <a:lnTo>
                  <a:pt x="323465" y="0"/>
                </a:lnTo>
                <a:lnTo>
                  <a:pt x="323465" y="308099"/>
                </a:lnTo>
                <a:lnTo>
                  <a:pt x="0" y="30809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31" name="Freeform 31"/>
          <p:cNvSpPr/>
          <p:nvPr/>
        </p:nvSpPr>
        <p:spPr>
          <a:xfrm>
            <a:off x="-269127" y="8395327"/>
            <a:ext cx="3870777" cy="869522"/>
          </a:xfrm>
          <a:custGeom>
            <a:avLst/>
            <a:gdLst/>
            <a:ahLst/>
            <a:cxnLst/>
            <a:rect l="l" t="t" r="r" b="b"/>
            <a:pathLst>
              <a:path w="3870777" h="869522">
                <a:moveTo>
                  <a:pt x="0" y="0"/>
                </a:moveTo>
                <a:lnTo>
                  <a:pt x="3870778" y="0"/>
                </a:lnTo>
                <a:lnTo>
                  <a:pt x="3870778" y="869523"/>
                </a:lnTo>
                <a:lnTo>
                  <a:pt x="0" y="869523"/>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32" name="Freeform 32"/>
          <p:cNvSpPr/>
          <p:nvPr/>
        </p:nvSpPr>
        <p:spPr>
          <a:xfrm>
            <a:off x="1838732" y="8395327"/>
            <a:ext cx="3870777" cy="869522"/>
          </a:xfrm>
          <a:custGeom>
            <a:avLst/>
            <a:gdLst/>
            <a:ahLst/>
            <a:cxnLst/>
            <a:rect l="l" t="t" r="r" b="b"/>
            <a:pathLst>
              <a:path w="3870777" h="869522">
                <a:moveTo>
                  <a:pt x="0" y="0"/>
                </a:moveTo>
                <a:lnTo>
                  <a:pt x="3870777" y="0"/>
                </a:lnTo>
                <a:lnTo>
                  <a:pt x="3870777" y="869523"/>
                </a:lnTo>
                <a:lnTo>
                  <a:pt x="0" y="869523"/>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33" name="Freeform 33"/>
          <p:cNvSpPr/>
          <p:nvPr/>
        </p:nvSpPr>
        <p:spPr>
          <a:xfrm rot="-2459989">
            <a:off x="16678542" y="2347467"/>
            <a:ext cx="808429" cy="1141985"/>
          </a:xfrm>
          <a:custGeom>
            <a:avLst/>
            <a:gdLst/>
            <a:ahLst/>
            <a:cxnLst/>
            <a:rect l="l" t="t" r="r" b="b"/>
            <a:pathLst>
              <a:path w="808429" h="1141985">
                <a:moveTo>
                  <a:pt x="0" y="0"/>
                </a:moveTo>
                <a:lnTo>
                  <a:pt x="808429" y="0"/>
                </a:lnTo>
                <a:lnTo>
                  <a:pt x="808429" y="1141985"/>
                </a:lnTo>
                <a:lnTo>
                  <a:pt x="0" y="1141985"/>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34" name="Freeform 34"/>
          <p:cNvSpPr/>
          <p:nvPr/>
        </p:nvSpPr>
        <p:spPr>
          <a:xfrm>
            <a:off x="10447226" y="7277341"/>
            <a:ext cx="7315200" cy="2753175"/>
          </a:xfrm>
          <a:custGeom>
            <a:avLst/>
            <a:gdLst/>
            <a:ahLst/>
            <a:cxnLst/>
            <a:rect l="l" t="t" r="r" b="b"/>
            <a:pathLst>
              <a:path w="7315200" h="2753175">
                <a:moveTo>
                  <a:pt x="0" y="0"/>
                </a:moveTo>
                <a:lnTo>
                  <a:pt x="7315200" y="0"/>
                </a:lnTo>
                <a:lnTo>
                  <a:pt x="7315200" y="2753175"/>
                </a:lnTo>
                <a:lnTo>
                  <a:pt x="0" y="2753175"/>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35" name="Freeform 35"/>
          <p:cNvSpPr/>
          <p:nvPr/>
        </p:nvSpPr>
        <p:spPr>
          <a:xfrm rot="1574474">
            <a:off x="17513181" y="5235068"/>
            <a:ext cx="442821" cy="421787"/>
          </a:xfrm>
          <a:custGeom>
            <a:avLst/>
            <a:gdLst/>
            <a:ahLst/>
            <a:cxnLst/>
            <a:rect l="l" t="t" r="r" b="b"/>
            <a:pathLst>
              <a:path w="442821" h="421787">
                <a:moveTo>
                  <a:pt x="0" y="0"/>
                </a:moveTo>
                <a:lnTo>
                  <a:pt x="442821" y="0"/>
                </a:lnTo>
                <a:lnTo>
                  <a:pt x="442821" y="421787"/>
                </a:lnTo>
                <a:lnTo>
                  <a:pt x="0" y="42178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36" name="Freeform 36"/>
          <p:cNvSpPr/>
          <p:nvPr/>
        </p:nvSpPr>
        <p:spPr>
          <a:xfrm>
            <a:off x="3539467" y="2308593"/>
            <a:ext cx="6011562" cy="5414881"/>
          </a:xfrm>
          <a:custGeom>
            <a:avLst/>
            <a:gdLst/>
            <a:ahLst/>
            <a:cxnLst/>
            <a:rect l="l" t="t" r="r" b="b"/>
            <a:pathLst>
              <a:path w="6011562" h="5414881">
                <a:moveTo>
                  <a:pt x="0" y="0"/>
                </a:moveTo>
                <a:lnTo>
                  <a:pt x="6011562" y="0"/>
                </a:lnTo>
                <a:lnTo>
                  <a:pt x="6011562" y="5414881"/>
                </a:lnTo>
                <a:lnTo>
                  <a:pt x="0" y="5414881"/>
                </a:lnTo>
                <a:lnTo>
                  <a:pt x="0" y="0"/>
                </a:lnTo>
                <a:close/>
              </a:path>
            </a:pathLst>
          </a:custGeom>
          <a:blipFill>
            <a:blip r:embed="rId18"/>
            <a:stretch>
              <a:fillRect/>
            </a:stretch>
          </a:blipFill>
        </p:spPr>
      </p:sp>
      <p:sp>
        <p:nvSpPr>
          <p:cNvPr id="37" name="TextBox 37"/>
          <p:cNvSpPr txBox="1"/>
          <p:nvPr/>
        </p:nvSpPr>
        <p:spPr>
          <a:xfrm>
            <a:off x="4133759" y="1181536"/>
            <a:ext cx="12777653" cy="1182342"/>
          </a:xfrm>
          <a:prstGeom prst="rect">
            <a:avLst/>
          </a:prstGeom>
        </p:spPr>
        <p:txBody>
          <a:bodyPr lIns="0" tIns="0" rIns="0" bIns="0" rtlCol="0" anchor="t">
            <a:spAutoFit/>
          </a:bodyPr>
          <a:lstStyle/>
          <a:p>
            <a:pPr marL="0" lvl="0" indent="0" algn="l">
              <a:lnSpc>
                <a:spcPts val="7516"/>
              </a:lnSpc>
              <a:spcBef>
                <a:spcPct val="0"/>
              </a:spcBef>
            </a:pPr>
            <a:r>
              <a:rPr lang="en-US" sz="10021">
                <a:solidFill>
                  <a:srgbClr val="F9C324"/>
                </a:solidFill>
                <a:latin typeface="Cubao"/>
                <a:ea typeface="Cubao"/>
                <a:cs typeface="Cubao"/>
                <a:sym typeface="Cubao"/>
              </a:rPr>
              <a:t>DAHSBOARD MENU</a:t>
            </a:r>
          </a:p>
        </p:txBody>
      </p:sp>
      <p:sp>
        <p:nvSpPr>
          <p:cNvPr id="39" name="TextBox 38">
            <a:extLst>
              <a:ext uri="{FF2B5EF4-FFF2-40B4-BE49-F238E27FC236}">
                <a16:creationId xmlns:a16="http://schemas.microsoft.com/office/drawing/2014/main" id="{85E1D2F8-F6E2-46CB-9511-6F21C5485889}"/>
              </a:ext>
            </a:extLst>
          </p:cNvPr>
          <p:cNvSpPr txBox="1"/>
          <p:nvPr/>
        </p:nvSpPr>
        <p:spPr>
          <a:xfrm>
            <a:off x="9916074" y="2285234"/>
            <a:ext cx="7048771" cy="4708981"/>
          </a:xfrm>
          <a:prstGeom prst="rect">
            <a:avLst/>
          </a:prstGeom>
          <a:noFill/>
        </p:spPr>
        <p:txBody>
          <a:bodyPr wrap="square">
            <a:spAutoFit/>
          </a:bodyPr>
          <a:lstStyle/>
          <a:p>
            <a:r>
              <a:rPr lang="en-US" sz="2000" dirty="0">
                <a:latin typeface="Bookman Old Style" panose="02050604050505020204" pitchFamily="18" charset="0"/>
              </a:rPr>
              <a:t>Dashboard </a:t>
            </a:r>
            <a:r>
              <a:rPr lang="en-US" sz="2000" dirty="0" err="1">
                <a:latin typeface="Bookman Old Style" panose="02050604050505020204" pitchFamily="18" charset="0"/>
              </a:rPr>
              <a:t>merupakan</a:t>
            </a:r>
            <a:r>
              <a:rPr lang="en-US" sz="2000" dirty="0">
                <a:latin typeface="Bookman Old Style" panose="02050604050505020204" pitchFamily="18" charset="0"/>
              </a:rPr>
              <a:t> </a:t>
            </a:r>
            <a:r>
              <a:rPr lang="en-US" sz="2000" dirty="0" err="1">
                <a:latin typeface="Bookman Old Style" panose="02050604050505020204" pitchFamily="18" charset="0"/>
              </a:rPr>
              <a:t>halaman</a:t>
            </a:r>
            <a:r>
              <a:rPr lang="en-US" sz="2000" dirty="0">
                <a:latin typeface="Bookman Old Style" panose="02050604050505020204" pitchFamily="18" charset="0"/>
              </a:rPr>
              <a:t> </a:t>
            </a:r>
            <a:r>
              <a:rPr lang="en-US" sz="2000" dirty="0" err="1">
                <a:latin typeface="Bookman Old Style" panose="02050604050505020204" pitchFamily="18" charset="0"/>
              </a:rPr>
              <a:t>utama</a:t>
            </a:r>
            <a:r>
              <a:rPr lang="en-US" sz="2000" dirty="0">
                <a:latin typeface="Bookman Old Style" panose="02050604050505020204" pitchFamily="18" charset="0"/>
              </a:rPr>
              <a:t> </a:t>
            </a:r>
            <a:r>
              <a:rPr lang="en-US" sz="2000" dirty="0" err="1">
                <a:latin typeface="Bookman Old Style" panose="02050604050505020204" pitchFamily="18" charset="0"/>
              </a:rPr>
              <a:t>setelah</a:t>
            </a:r>
            <a:r>
              <a:rPr lang="en-US" sz="2000" dirty="0">
                <a:latin typeface="Bookman Old Style" panose="02050604050505020204" pitchFamily="18" charset="0"/>
              </a:rPr>
              <a:t> </a:t>
            </a:r>
            <a:r>
              <a:rPr lang="en-US" sz="2000" dirty="0" err="1">
                <a:latin typeface="Bookman Old Style" panose="02050604050505020204" pitchFamily="18" charset="0"/>
              </a:rPr>
              <a:t>pengguna</a:t>
            </a:r>
            <a:r>
              <a:rPr lang="en-US" sz="2000" dirty="0">
                <a:latin typeface="Bookman Old Style" panose="02050604050505020204" pitchFamily="18" charset="0"/>
              </a:rPr>
              <a:t> </a:t>
            </a:r>
            <a:r>
              <a:rPr lang="en-US" sz="2000" dirty="0" err="1">
                <a:latin typeface="Bookman Old Style" panose="02050604050505020204" pitchFamily="18" charset="0"/>
              </a:rPr>
              <a:t>berhasil</a:t>
            </a:r>
            <a:r>
              <a:rPr lang="en-US" sz="2000" dirty="0">
                <a:latin typeface="Bookman Old Style" panose="02050604050505020204" pitchFamily="18" charset="0"/>
              </a:rPr>
              <a:t> login. Pada </a:t>
            </a:r>
            <a:r>
              <a:rPr lang="en-US" sz="2000" dirty="0" err="1">
                <a:latin typeface="Bookman Old Style" panose="02050604050505020204" pitchFamily="18" charset="0"/>
              </a:rPr>
              <a:t>halaman</a:t>
            </a:r>
            <a:r>
              <a:rPr lang="en-US" sz="2000" dirty="0">
                <a:latin typeface="Bookman Old Style" panose="02050604050505020204" pitchFamily="18" charset="0"/>
              </a:rPr>
              <a:t> </a:t>
            </a:r>
            <a:r>
              <a:rPr lang="en-US" sz="2000" dirty="0" err="1">
                <a:latin typeface="Bookman Old Style" panose="02050604050505020204" pitchFamily="18" charset="0"/>
              </a:rPr>
              <a:t>ini</a:t>
            </a:r>
            <a:r>
              <a:rPr lang="en-US" sz="2000" dirty="0">
                <a:latin typeface="Bookman Old Style" panose="02050604050505020204" pitchFamily="18" charset="0"/>
              </a:rPr>
              <a:t> </a:t>
            </a:r>
            <a:r>
              <a:rPr lang="en-US" sz="2000" dirty="0" err="1">
                <a:latin typeface="Bookman Old Style" panose="02050604050505020204" pitchFamily="18" charset="0"/>
              </a:rPr>
              <a:t>tersedia</a:t>
            </a:r>
            <a:r>
              <a:rPr lang="en-US" sz="2000" dirty="0">
                <a:latin typeface="Bookman Old Style" panose="02050604050505020204" pitchFamily="18" charset="0"/>
              </a:rPr>
              <a:t> menu </a:t>
            </a:r>
            <a:r>
              <a:rPr lang="en-US" sz="2000" dirty="0" err="1">
                <a:latin typeface="Bookman Old Style" panose="02050604050505020204" pitchFamily="18" charset="0"/>
              </a:rPr>
              <a:t>untuk</a:t>
            </a:r>
            <a:r>
              <a:rPr lang="en-US" sz="2000" dirty="0">
                <a:latin typeface="Bookman Old Style" panose="02050604050505020204" pitchFamily="18" charset="0"/>
              </a:rPr>
              <a:t> </a:t>
            </a:r>
            <a:r>
              <a:rPr lang="en-US" sz="2000" dirty="0" err="1">
                <a:latin typeface="Bookman Old Style" panose="02050604050505020204" pitchFamily="18" charset="0"/>
              </a:rPr>
              <a:t>mengelola</a:t>
            </a:r>
            <a:r>
              <a:rPr lang="en-US" sz="2000" dirty="0">
                <a:latin typeface="Bookman Old Style" panose="02050604050505020204" pitchFamily="18" charset="0"/>
              </a:rPr>
              <a:t> </a:t>
            </a:r>
            <a:r>
              <a:rPr lang="en-US" sz="2000" dirty="0" err="1">
                <a:latin typeface="Bookman Old Style" panose="02050604050505020204" pitchFamily="18" charset="0"/>
              </a:rPr>
              <a:t>seluruh</a:t>
            </a:r>
            <a:r>
              <a:rPr lang="en-US" sz="2000" dirty="0">
                <a:latin typeface="Bookman Old Style" panose="02050604050505020204" pitchFamily="18" charset="0"/>
              </a:rPr>
              <a:t> </a:t>
            </a:r>
            <a:r>
              <a:rPr lang="en-US" sz="2000" dirty="0" err="1">
                <a:latin typeface="Bookman Old Style" panose="02050604050505020204" pitchFamily="18" charset="0"/>
              </a:rPr>
              <a:t>fitur</a:t>
            </a:r>
            <a:r>
              <a:rPr lang="en-US" sz="2000" dirty="0">
                <a:latin typeface="Bookman Old Style" panose="02050604050505020204" pitchFamily="18" charset="0"/>
              </a:rPr>
              <a:t> </a:t>
            </a:r>
            <a:r>
              <a:rPr lang="en-US" sz="2000" dirty="0" err="1">
                <a:latin typeface="Bookman Old Style" panose="02050604050505020204" pitchFamily="18" charset="0"/>
              </a:rPr>
              <a:t>aplikasi</a:t>
            </a:r>
            <a:r>
              <a:rPr lang="en-US" sz="2000" dirty="0">
                <a:latin typeface="Bookman Old Style" panose="02050604050505020204" pitchFamily="18" charset="0"/>
              </a:rPr>
              <a:t> rental </a:t>
            </a:r>
            <a:r>
              <a:rPr lang="en-US" sz="2000" dirty="0" err="1">
                <a:latin typeface="Bookman Old Style" panose="02050604050505020204" pitchFamily="18" charset="0"/>
              </a:rPr>
              <a:t>mobil</a:t>
            </a:r>
            <a:r>
              <a:rPr lang="en-US" sz="2000" dirty="0">
                <a:latin typeface="Bookman Old Style" panose="02050604050505020204" pitchFamily="18" charset="0"/>
              </a:rPr>
              <a:t>.</a:t>
            </a:r>
          </a:p>
          <a:p>
            <a:r>
              <a:rPr lang="en-US" sz="2000" dirty="0">
                <a:latin typeface="Bookman Old Style" panose="02050604050505020204" pitchFamily="18" charset="0"/>
              </a:rPr>
              <a:t>Menu yang </a:t>
            </a:r>
            <a:r>
              <a:rPr lang="en-US" sz="2000" dirty="0" err="1">
                <a:latin typeface="Bookman Old Style" panose="02050604050505020204" pitchFamily="18" charset="0"/>
              </a:rPr>
              <a:t>tersedia</a:t>
            </a:r>
            <a:r>
              <a:rPr lang="en-US" sz="2000" dirty="0">
                <a:latin typeface="Bookman Old Style" panose="02050604050505020204" pitchFamily="18" charset="0"/>
              </a:rPr>
              <a:t> </a:t>
            </a:r>
            <a:r>
              <a:rPr lang="en-US" sz="2000" dirty="0" err="1">
                <a:latin typeface="Bookman Old Style" panose="02050604050505020204" pitchFamily="18" charset="0"/>
              </a:rPr>
              <a:t>yaitu</a:t>
            </a:r>
            <a:r>
              <a:rPr lang="en-US" sz="2000" dirty="0">
                <a:latin typeface="Bookman Old Style" panose="02050604050505020204" pitchFamily="18" charset="0"/>
              </a:rPr>
              <a:t> :</a:t>
            </a:r>
          </a:p>
          <a:p>
            <a:pPr>
              <a:buFont typeface="Arial" panose="020B0604020202020204" pitchFamily="34" charset="0"/>
              <a:buChar char="•"/>
            </a:pPr>
            <a:r>
              <a:rPr lang="en-US" sz="2000" dirty="0">
                <a:latin typeface="Bookman Old Style" panose="02050604050505020204" pitchFamily="18" charset="0"/>
              </a:rPr>
              <a:t>Data Mobil → </a:t>
            </a:r>
            <a:r>
              <a:rPr lang="en-US" sz="2000" dirty="0" err="1">
                <a:latin typeface="Bookman Old Style" panose="02050604050505020204" pitchFamily="18" charset="0"/>
              </a:rPr>
              <a:t>Mengelola</a:t>
            </a:r>
            <a:r>
              <a:rPr lang="en-US" sz="2000" dirty="0">
                <a:latin typeface="Bookman Old Style" panose="02050604050505020204" pitchFamily="18" charset="0"/>
              </a:rPr>
              <a:t> data </a:t>
            </a:r>
            <a:r>
              <a:rPr lang="en-US" sz="2000" dirty="0" err="1">
                <a:latin typeface="Bookman Old Style" panose="02050604050505020204" pitchFamily="18" charset="0"/>
              </a:rPr>
              <a:t>kendaraan</a:t>
            </a:r>
            <a:r>
              <a:rPr lang="en-US" sz="2000" dirty="0">
                <a:latin typeface="Bookman Old Style" panose="02050604050505020204" pitchFamily="18" charset="0"/>
              </a:rPr>
              <a:t>. </a:t>
            </a:r>
          </a:p>
          <a:p>
            <a:pPr>
              <a:buFont typeface="Arial" panose="020B0604020202020204" pitchFamily="34" charset="0"/>
              <a:buChar char="•"/>
            </a:pPr>
            <a:r>
              <a:rPr lang="en-US" sz="2000" dirty="0" err="1">
                <a:latin typeface="Bookman Old Style" panose="02050604050505020204" pitchFamily="18" charset="0"/>
              </a:rPr>
              <a:t>Pelanggan</a:t>
            </a:r>
            <a:r>
              <a:rPr lang="en-US" sz="2000" dirty="0">
                <a:latin typeface="Bookman Old Style" panose="02050604050505020204" pitchFamily="18" charset="0"/>
              </a:rPr>
              <a:t> → </a:t>
            </a:r>
            <a:r>
              <a:rPr lang="en-US" sz="2000" dirty="0" err="1">
                <a:latin typeface="Bookman Old Style" panose="02050604050505020204" pitchFamily="18" charset="0"/>
              </a:rPr>
              <a:t>Mengelola</a:t>
            </a:r>
            <a:r>
              <a:rPr lang="en-US" sz="2000" dirty="0">
                <a:latin typeface="Bookman Old Style" panose="02050604050505020204" pitchFamily="18" charset="0"/>
              </a:rPr>
              <a:t> data </a:t>
            </a:r>
            <a:r>
              <a:rPr lang="en-US" sz="2000" dirty="0" err="1">
                <a:latin typeface="Bookman Old Style" panose="02050604050505020204" pitchFamily="18" charset="0"/>
              </a:rPr>
              <a:t>pelanggan</a:t>
            </a:r>
            <a:r>
              <a:rPr lang="en-US" sz="2000" dirty="0">
                <a:latin typeface="Bookman Old Style" panose="02050604050505020204" pitchFamily="18" charset="0"/>
              </a:rPr>
              <a:t>. </a:t>
            </a:r>
          </a:p>
          <a:p>
            <a:pPr>
              <a:buFont typeface="Arial" panose="020B0604020202020204" pitchFamily="34" charset="0"/>
              <a:buChar char="•"/>
            </a:pPr>
            <a:r>
              <a:rPr lang="en-US" sz="2000" dirty="0" err="1">
                <a:latin typeface="Bookman Old Style" panose="02050604050505020204" pitchFamily="18" charset="0"/>
              </a:rPr>
              <a:t>Transaksi</a:t>
            </a:r>
            <a:r>
              <a:rPr lang="en-US" sz="2000" dirty="0">
                <a:latin typeface="Bookman Old Style" panose="02050604050505020204" pitchFamily="18" charset="0"/>
              </a:rPr>
              <a:t> → </a:t>
            </a:r>
            <a:r>
              <a:rPr lang="en-US" sz="2000" dirty="0" err="1">
                <a:latin typeface="Bookman Old Style" panose="02050604050505020204" pitchFamily="18" charset="0"/>
              </a:rPr>
              <a:t>Melakukan</a:t>
            </a:r>
            <a:r>
              <a:rPr lang="en-US" sz="2000" dirty="0">
                <a:latin typeface="Bookman Old Style" panose="02050604050505020204" pitchFamily="18" charset="0"/>
              </a:rPr>
              <a:t> proses </a:t>
            </a:r>
            <a:r>
              <a:rPr lang="en-US" sz="2000" dirty="0" err="1">
                <a:latin typeface="Bookman Old Style" panose="02050604050505020204" pitchFamily="18" charset="0"/>
              </a:rPr>
              <a:t>penyewaan</a:t>
            </a:r>
            <a:r>
              <a:rPr lang="en-US" sz="2000" dirty="0">
                <a:latin typeface="Bookman Old Style" panose="02050604050505020204" pitchFamily="18" charset="0"/>
              </a:rPr>
              <a:t> </a:t>
            </a:r>
            <a:r>
              <a:rPr lang="en-US" sz="2000" dirty="0" err="1">
                <a:latin typeface="Bookman Old Style" panose="02050604050505020204" pitchFamily="18" charset="0"/>
              </a:rPr>
              <a:t>mobil</a:t>
            </a:r>
            <a:r>
              <a:rPr lang="en-US" sz="2000" dirty="0">
                <a:latin typeface="Bookman Old Style" panose="02050604050505020204" pitchFamily="18" charset="0"/>
              </a:rPr>
              <a:t>. </a:t>
            </a:r>
          </a:p>
          <a:p>
            <a:pPr>
              <a:buFont typeface="Arial" panose="020B0604020202020204" pitchFamily="34" charset="0"/>
              <a:buChar char="•"/>
            </a:pPr>
            <a:r>
              <a:rPr lang="en-US" sz="2000" dirty="0" err="1">
                <a:latin typeface="Bookman Old Style" panose="02050604050505020204" pitchFamily="18" charset="0"/>
              </a:rPr>
              <a:t>Pengembalian</a:t>
            </a:r>
            <a:r>
              <a:rPr lang="en-US" sz="2000" dirty="0">
                <a:latin typeface="Bookman Old Style" panose="02050604050505020204" pitchFamily="18" charset="0"/>
              </a:rPr>
              <a:t> → </a:t>
            </a:r>
            <a:r>
              <a:rPr lang="en-US" sz="2000" dirty="0" err="1">
                <a:latin typeface="Bookman Old Style" panose="02050604050505020204" pitchFamily="18" charset="0"/>
              </a:rPr>
              <a:t>Mencatat</a:t>
            </a:r>
            <a:r>
              <a:rPr lang="en-US" sz="2000" dirty="0">
                <a:latin typeface="Bookman Old Style" panose="02050604050505020204" pitchFamily="18" charset="0"/>
              </a:rPr>
              <a:t> </a:t>
            </a:r>
            <a:r>
              <a:rPr lang="en-US" sz="2000" dirty="0" err="1">
                <a:latin typeface="Bookman Old Style" panose="02050604050505020204" pitchFamily="18" charset="0"/>
              </a:rPr>
              <a:t>pengembalian</a:t>
            </a:r>
            <a:r>
              <a:rPr lang="en-US" sz="2000" dirty="0">
                <a:latin typeface="Bookman Old Style" panose="02050604050505020204" pitchFamily="18" charset="0"/>
              </a:rPr>
              <a:t> </a:t>
            </a:r>
            <a:r>
              <a:rPr lang="en-US" sz="2000" dirty="0" err="1">
                <a:latin typeface="Bookman Old Style" panose="02050604050505020204" pitchFamily="18" charset="0"/>
              </a:rPr>
              <a:t>kendaraan</a:t>
            </a:r>
            <a:r>
              <a:rPr lang="en-US" sz="2000" dirty="0">
                <a:latin typeface="Bookman Old Style" panose="02050604050505020204" pitchFamily="18" charset="0"/>
              </a:rPr>
              <a:t>. </a:t>
            </a:r>
          </a:p>
          <a:p>
            <a:pPr>
              <a:buFont typeface="Arial" panose="020B0604020202020204" pitchFamily="34" charset="0"/>
              <a:buChar char="•"/>
            </a:pPr>
            <a:r>
              <a:rPr lang="en-US" sz="2000" dirty="0" err="1">
                <a:latin typeface="Bookman Old Style" panose="02050604050505020204" pitchFamily="18" charset="0"/>
              </a:rPr>
              <a:t>Laporan</a:t>
            </a:r>
            <a:r>
              <a:rPr lang="en-US" sz="2000" dirty="0">
                <a:latin typeface="Bookman Old Style" panose="02050604050505020204" pitchFamily="18" charset="0"/>
              </a:rPr>
              <a:t> → </a:t>
            </a:r>
            <a:r>
              <a:rPr lang="en-US" sz="2000" dirty="0" err="1">
                <a:latin typeface="Bookman Old Style" panose="02050604050505020204" pitchFamily="18" charset="0"/>
              </a:rPr>
              <a:t>Menampilkan</a:t>
            </a:r>
            <a:r>
              <a:rPr lang="en-US" sz="2000" dirty="0">
                <a:latin typeface="Bookman Old Style" panose="02050604050505020204" pitchFamily="18" charset="0"/>
              </a:rPr>
              <a:t> dan </a:t>
            </a:r>
            <a:r>
              <a:rPr lang="en-US" sz="2000" dirty="0" err="1">
                <a:latin typeface="Bookman Old Style" panose="02050604050505020204" pitchFamily="18" charset="0"/>
              </a:rPr>
              <a:t>mencetak</a:t>
            </a:r>
            <a:r>
              <a:rPr lang="en-US" sz="2000" dirty="0">
                <a:latin typeface="Bookman Old Style" panose="02050604050505020204" pitchFamily="18" charset="0"/>
              </a:rPr>
              <a:t> </a:t>
            </a:r>
            <a:r>
              <a:rPr lang="en-US" sz="2000" dirty="0" err="1">
                <a:latin typeface="Bookman Old Style" panose="02050604050505020204" pitchFamily="18" charset="0"/>
              </a:rPr>
              <a:t>laporan</a:t>
            </a:r>
            <a:r>
              <a:rPr lang="en-US" sz="2000" dirty="0">
                <a:latin typeface="Bookman Old Style" panose="02050604050505020204" pitchFamily="18" charset="0"/>
              </a:rPr>
              <a:t> </a:t>
            </a:r>
            <a:r>
              <a:rPr lang="en-US" sz="2000" dirty="0" err="1">
                <a:latin typeface="Bookman Old Style" panose="02050604050505020204" pitchFamily="18" charset="0"/>
              </a:rPr>
              <a:t>transaksi</a:t>
            </a:r>
            <a:r>
              <a:rPr lang="en-US" sz="2000" dirty="0">
                <a:latin typeface="Bookman Old Style" panose="02050604050505020204" pitchFamily="18" charset="0"/>
              </a:rPr>
              <a:t>. </a:t>
            </a:r>
          </a:p>
          <a:p>
            <a:pPr>
              <a:buFont typeface="Arial" panose="020B0604020202020204" pitchFamily="34" charset="0"/>
              <a:buChar char="•"/>
            </a:pPr>
            <a:r>
              <a:rPr lang="en-US" sz="2000" dirty="0">
                <a:latin typeface="Bookman Old Style" panose="02050604050505020204" pitchFamily="18" charset="0"/>
              </a:rPr>
              <a:t>Logout → </a:t>
            </a:r>
            <a:r>
              <a:rPr lang="en-US" sz="2000" dirty="0" err="1">
                <a:latin typeface="Bookman Old Style" panose="02050604050505020204" pitchFamily="18" charset="0"/>
              </a:rPr>
              <a:t>Keluar</a:t>
            </a:r>
            <a:r>
              <a:rPr lang="en-US" sz="2000" dirty="0">
                <a:latin typeface="Bookman Old Style" panose="02050604050505020204" pitchFamily="18" charset="0"/>
              </a:rPr>
              <a:t> </a:t>
            </a:r>
            <a:r>
              <a:rPr lang="en-US" sz="2000" dirty="0" err="1">
                <a:latin typeface="Bookman Old Style" panose="02050604050505020204" pitchFamily="18" charset="0"/>
              </a:rPr>
              <a:t>dari</a:t>
            </a:r>
            <a:r>
              <a:rPr lang="en-US" sz="2000" dirty="0">
                <a:latin typeface="Bookman Old Style" panose="02050604050505020204" pitchFamily="18" charset="0"/>
              </a:rPr>
              <a:t> </a:t>
            </a:r>
            <a:r>
              <a:rPr lang="en-US" sz="2000" dirty="0" err="1">
                <a:latin typeface="Bookman Old Style" panose="02050604050505020204" pitchFamily="18" charset="0"/>
              </a:rPr>
              <a:t>aplikasi</a:t>
            </a:r>
            <a:r>
              <a:rPr lang="en-US" sz="2000" dirty="0">
                <a:latin typeface="Bookman Old Style" panose="02050604050505020204" pitchFamily="18" charset="0"/>
              </a:rPr>
              <a:t> dan </a:t>
            </a:r>
            <a:r>
              <a:rPr lang="en-US" sz="2000" dirty="0" err="1">
                <a:latin typeface="Bookman Old Style" panose="02050604050505020204" pitchFamily="18" charset="0"/>
              </a:rPr>
              <a:t>kembali</a:t>
            </a:r>
            <a:r>
              <a:rPr lang="en-US" sz="2000" dirty="0">
                <a:latin typeface="Bookman Old Style" panose="02050604050505020204" pitchFamily="18" charset="0"/>
              </a:rPr>
              <a:t> </a:t>
            </a:r>
            <a:r>
              <a:rPr lang="en-US" sz="2000" dirty="0" err="1">
                <a:latin typeface="Bookman Old Style" panose="02050604050505020204" pitchFamily="18" charset="0"/>
              </a:rPr>
              <a:t>ke</a:t>
            </a:r>
            <a:r>
              <a:rPr lang="en-US" sz="2000" dirty="0">
                <a:latin typeface="Bookman Old Style" panose="02050604050505020204" pitchFamily="18" charset="0"/>
              </a:rPr>
              <a:t> </a:t>
            </a:r>
            <a:r>
              <a:rPr lang="en-US" sz="2000" dirty="0" err="1">
                <a:latin typeface="Bookman Old Style" panose="02050604050505020204" pitchFamily="18" charset="0"/>
              </a:rPr>
              <a:t>halaman</a:t>
            </a:r>
            <a:r>
              <a:rPr lang="en-US" sz="2000" dirty="0">
                <a:latin typeface="Bookman Old Style" panose="02050604050505020204" pitchFamily="18" charset="0"/>
              </a:rPr>
              <a:t> login. </a:t>
            </a:r>
          </a:p>
          <a:p>
            <a:r>
              <a:rPr lang="en-US" sz="2000" dirty="0">
                <a:latin typeface="Bookman Old Style" panose="02050604050505020204" pitchFamily="18" charset="0"/>
              </a:rPr>
              <a:t>Dashboard </a:t>
            </a:r>
            <a:r>
              <a:rPr lang="en-US" sz="2000" dirty="0" err="1">
                <a:latin typeface="Bookman Old Style" panose="02050604050505020204" pitchFamily="18" charset="0"/>
              </a:rPr>
              <a:t>memudahkan</a:t>
            </a:r>
            <a:r>
              <a:rPr lang="en-US" sz="2000" dirty="0">
                <a:latin typeface="Bookman Old Style" panose="02050604050505020204" pitchFamily="18" charset="0"/>
              </a:rPr>
              <a:t> </a:t>
            </a:r>
            <a:r>
              <a:rPr lang="en-US" sz="2000" dirty="0" err="1">
                <a:latin typeface="Bookman Old Style" panose="02050604050505020204" pitchFamily="18" charset="0"/>
              </a:rPr>
              <a:t>pengguna</a:t>
            </a:r>
            <a:r>
              <a:rPr lang="en-US" sz="2000" dirty="0">
                <a:latin typeface="Bookman Old Style" panose="02050604050505020204" pitchFamily="18" charset="0"/>
              </a:rPr>
              <a:t> </a:t>
            </a:r>
            <a:r>
              <a:rPr lang="en-US" sz="2000" dirty="0" err="1">
                <a:latin typeface="Bookman Old Style" panose="02050604050505020204" pitchFamily="18" charset="0"/>
              </a:rPr>
              <a:t>mengakses</a:t>
            </a:r>
            <a:r>
              <a:rPr lang="en-US" sz="2000" dirty="0">
                <a:latin typeface="Bookman Old Style" panose="02050604050505020204" pitchFamily="18" charset="0"/>
              </a:rPr>
              <a:t> </a:t>
            </a:r>
            <a:r>
              <a:rPr lang="en-US" sz="2000" dirty="0" err="1">
                <a:latin typeface="Bookman Old Style" panose="02050604050505020204" pitchFamily="18" charset="0"/>
              </a:rPr>
              <a:t>seluruh</a:t>
            </a:r>
            <a:r>
              <a:rPr lang="en-US" sz="2000" dirty="0">
                <a:latin typeface="Bookman Old Style" panose="02050604050505020204" pitchFamily="18" charset="0"/>
              </a:rPr>
              <a:t> </a:t>
            </a:r>
            <a:r>
              <a:rPr lang="en-US" sz="2000" dirty="0" err="1">
                <a:latin typeface="Bookman Old Style" panose="02050604050505020204" pitchFamily="18" charset="0"/>
              </a:rPr>
              <a:t>fitur</a:t>
            </a:r>
            <a:r>
              <a:rPr lang="en-US" sz="2000" dirty="0">
                <a:latin typeface="Bookman Old Style" panose="02050604050505020204" pitchFamily="18" charset="0"/>
              </a:rPr>
              <a:t> </a:t>
            </a:r>
            <a:r>
              <a:rPr lang="en-US" sz="2000" dirty="0" err="1">
                <a:latin typeface="Bookman Old Style" panose="02050604050505020204" pitchFamily="18" charset="0"/>
              </a:rPr>
              <a:t>aplikasi</a:t>
            </a:r>
            <a:r>
              <a:rPr lang="en-US" sz="2000" dirty="0">
                <a:latin typeface="Bookman Old Style" panose="02050604050505020204" pitchFamily="18" charset="0"/>
              </a:rPr>
              <a:t> </a:t>
            </a:r>
            <a:r>
              <a:rPr lang="en-US" sz="2000" dirty="0" err="1">
                <a:latin typeface="Bookman Old Style" panose="02050604050505020204" pitchFamily="18" charset="0"/>
              </a:rPr>
              <a:t>melalui</a:t>
            </a:r>
            <a:r>
              <a:rPr lang="en-US" sz="2000" dirty="0">
                <a:latin typeface="Bookman Old Style" panose="02050604050505020204" pitchFamily="18" charset="0"/>
              </a:rPr>
              <a:t> </a:t>
            </a:r>
            <a:r>
              <a:rPr lang="en-US" sz="2000" dirty="0" err="1">
                <a:latin typeface="Bookman Old Style" panose="02050604050505020204" pitchFamily="18" charset="0"/>
              </a:rPr>
              <a:t>satu</a:t>
            </a:r>
            <a:r>
              <a:rPr lang="en-US" sz="2000" dirty="0">
                <a:latin typeface="Bookman Old Style" panose="02050604050505020204" pitchFamily="18" charset="0"/>
              </a:rPr>
              <a:t> </a:t>
            </a:r>
            <a:r>
              <a:rPr lang="en-US" sz="2000" dirty="0" err="1">
                <a:latin typeface="Bookman Old Style" panose="02050604050505020204" pitchFamily="18" charset="0"/>
              </a:rPr>
              <a:t>tampilan</a:t>
            </a:r>
            <a:r>
              <a:rPr lang="en-US" sz="2000" dirty="0">
                <a:latin typeface="Bookman Old Style" panose="02050604050505020204" pitchFamily="18" charset="0"/>
              </a:rPr>
              <a:t> </a:t>
            </a:r>
            <a:r>
              <a:rPr lang="en-US" sz="2000" dirty="0" err="1">
                <a:latin typeface="Bookman Old Style" panose="02050604050505020204" pitchFamily="18" charset="0"/>
              </a:rPr>
              <a:t>utama</a:t>
            </a:r>
            <a:r>
              <a:rPr lang="en-US" sz="2000" dirty="0">
                <a:latin typeface="Bookman Old Style" panose="02050604050505020204" pitchFamily="18" charset="0"/>
              </a:rPr>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C3E7FC">
                <a:alpha val="100000"/>
              </a:srgbClr>
            </a:gs>
            <a:gs pos="100000">
              <a:srgbClr val="2F3659">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Freeform 2"/>
          <p:cNvSpPr/>
          <p:nvPr/>
        </p:nvSpPr>
        <p:spPr>
          <a:xfrm>
            <a:off x="-606333" y="4342989"/>
            <a:ext cx="19500667" cy="5354087"/>
          </a:xfrm>
          <a:custGeom>
            <a:avLst/>
            <a:gdLst/>
            <a:ahLst/>
            <a:cxnLst/>
            <a:rect l="l" t="t" r="r" b="b"/>
            <a:pathLst>
              <a:path w="19500667" h="5354087">
                <a:moveTo>
                  <a:pt x="0" y="0"/>
                </a:moveTo>
                <a:lnTo>
                  <a:pt x="19500666" y="0"/>
                </a:lnTo>
                <a:lnTo>
                  <a:pt x="19500666" y="5354088"/>
                </a:lnTo>
                <a:lnTo>
                  <a:pt x="0" y="5354088"/>
                </a:lnTo>
                <a:lnTo>
                  <a:pt x="0" y="0"/>
                </a:lnTo>
                <a:close/>
              </a:path>
            </a:pathLst>
          </a:custGeom>
          <a:blipFill>
            <a:blip r:embed="rId2">
              <a:alphaModFix amt="54000"/>
              <a:extLst>
                <a:ext uri="{96DAC541-7B7A-43D3-8B79-37D633B846F1}">
                  <asvg:svgBlip xmlns:asvg="http://schemas.microsoft.com/office/drawing/2016/SVG/main" r:embed="rId3"/>
                </a:ext>
              </a:extLst>
            </a:blip>
            <a:stretch>
              <a:fillRect/>
            </a:stretch>
          </a:blipFill>
        </p:spPr>
      </p:sp>
      <p:sp>
        <p:nvSpPr>
          <p:cNvPr id="3" name="Freeform 3"/>
          <p:cNvSpPr/>
          <p:nvPr/>
        </p:nvSpPr>
        <p:spPr>
          <a:xfrm>
            <a:off x="12166260" y="-410559"/>
            <a:ext cx="4424434" cy="2501816"/>
          </a:xfrm>
          <a:custGeom>
            <a:avLst/>
            <a:gdLst/>
            <a:ahLst/>
            <a:cxnLst/>
            <a:rect l="l" t="t" r="r" b="b"/>
            <a:pathLst>
              <a:path w="4424434" h="2501816">
                <a:moveTo>
                  <a:pt x="0" y="0"/>
                </a:moveTo>
                <a:lnTo>
                  <a:pt x="4424435" y="0"/>
                </a:lnTo>
                <a:lnTo>
                  <a:pt x="4424435" y="2501817"/>
                </a:lnTo>
                <a:lnTo>
                  <a:pt x="0" y="2501817"/>
                </a:lnTo>
                <a:lnTo>
                  <a:pt x="0" y="0"/>
                </a:lnTo>
                <a:close/>
              </a:path>
            </a:pathLst>
          </a:custGeom>
          <a:blipFill>
            <a:blip r:embed="rId4">
              <a:alphaModFix amt="25000"/>
              <a:extLst>
                <a:ext uri="{96DAC541-7B7A-43D3-8B79-37D633B846F1}">
                  <asvg:svgBlip xmlns:asvg="http://schemas.microsoft.com/office/drawing/2016/SVG/main" r:embed="rId5"/>
                </a:ext>
              </a:extLst>
            </a:blip>
            <a:stretch>
              <a:fillRect/>
            </a:stretch>
          </a:blipFill>
        </p:spPr>
      </p:sp>
      <p:grpSp>
        <p:nvGrpSpPr>
          <p:cNvPr id="4" name="Group 4"/>
          <p:cNvGrpSpPr/>
          <p:nvPr/>
        </p:nvGrpSpPr>
        <p:grpSpPr>
          <a:xfrm>
            <a:off x="1028700" y="1624115"/>
            <a:ext cx="16230600" cy="7634185"/>
            <a:chOff x="0" y="0"/>
            <a:chExt cx="4274726" cy="2010650"/>
          </a:xfrm>
        </p:grpSpPr>
        <p:sp>
          <p:nvSpPr>
            <p:cNvPr id="5" name="Freeform 5"/>
            <p:cNvSpPr/>
            <p:nvPr/>
          </p:nvSpPr>
          <p:spPr>
            <a:xfrm>
              <a:off x="0" y="0"/>
              <a:ext cx="4274726" cy="2010650"/>
            </a:xfrm>
            <a:custGeom>
              <a:avLst/>
              <a:gdLst/>
              <a:ahLst/>
              <a:cxnLst/>
              <a:rect l="l" t="t" r="r" b="b"/>
              <a:pathLst>
                <a:path w="4274726" h="2010650">
                  <a:moveTo>
                    <a:pt x="12879" y="0"/>
                  </a:moveTo>
                  <a:lnTo>
                    <a:pt x="4261847" y="0"/>
                  </a:lnTo>
                  <a:cubicBezTo>
                    <a:pt x="4268960" y="0"/>
                    <a:pt x="4274726" y="5766"/>
                    <a:pt x="4274726" y="12879"/>
                  </a:cubicBezTo>
                  <a:lnTo>
                    <a:pt x="4274726" y="1997771"/>
                  </a:lnTo>
                  <a:cubicBezTo>
                    <a:pt x="4274726" y="2001186"/>
                    <a:pt x="4273369" y="2004462"/>
                    <a:pt x="4270954" y="2006878"/>
                  </a:cubicBezTo>
                  <a:cubicBezTo>
                    <a:pt x="4268539" y="2009293"/>
                    <a:pt x="4265263" y="2010650"/>
                    <a:pt x="4261847" y="2010650"/>
                  </a:cubicBezTo>
                  <a:lnTo>
                    <a:pt x="12879" y="2010650"/>
                  </a:lnTo>
                  <a:cubicBezTo>
                    <a:pt x="5766" y="2010650"/>
                    <a:pt x="0" y="2004883"/>
                    <a:pt x="0" y="1997771"/>
                  </a:cubicBezTo>
                  <a:lnTo>
                    <a:pt x="0" y="12879"/>
                  </a:lnTo>
                  <a:cubicBezTo>
                    <a:pt x="0" y="5766"/>
                    <a:pt x="5766" y="0"/>
                    <a:pt x="12879" y="0"/>
                  </a:cubicBezTo>
                  <a:close/>
                </a:path>
              </a:pathLst>
            </a:custGeom>
            <a:solidFill>
              <a:srgbClr val="FFFFFF"/>
            </a:solidFill>
          </p:spPr>
        </p:sp>
        <p:sp>
          <p:nvSpPr>
            <p:cNvPr id="6" name="TextBox 6"/>
            <p:cNvSpPr txBox="1"/>
            <p:nvPr/>
          </p:nvSpPr>
          <p:spPr>
            <a:xfrm>
              <a:off x="0" y="-38100"/>
              <a:ext cx="4274726" cy="2048750"/>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2011736" y="845640"/>
            <a:ext cx="5613387" cy="8595719"/>
          </a:xfrm>
          <a:custGeom>
            <a:avLst/>
            <a:gdLst/>
            <a:ahLst/>
            <a:cxnLst/>
            <a:rect l="l" t="t" r="r" b="b"/>
            <a:pathLst>
              <a:path w="5613387" h="8595719">
                <a:moveTo>
                  <a:pt x="0" y="0"/>
                </a:moveTo>
                <a:lnTo>
                  <a:pt x="5613387" y="0"/>
                </a:lnTo>
                <a:lnTo>
                  <a:pt x="5613387" y="8595720"/>
                </a:lnTo>
                <a:lnTo>
                  <a:pt x="0" y="859572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8" name="Group 8"/>
          <p:cNvGrpSpPr/>
          <p:nvPr/>
        </p:nvGrpSpPr>
        <p:grpSpPr>
          <a:xfrm>
            <a:off x="-1562147" y="9258300"/>
            <a:ext cx="21205933" cy="8243149"/>
            <a:chOff x="0" y="0"/>
            <a:chExt cx="5585102" cy="2171035"/>
          </a:xfrm>
        </p:grpSpPr>
        <p:sp>
          <p:nvSpPr>
            <p:cNvPr id="9" name="Freeform 9"/>
            <p:cNvSpPr/>
            <p:nvPr/>
          </p:nvSpPr>
          <p:spPr>
            <a:xfrm>
              <a:off x="0" y="0"/>
              <a:ext cx="5585102" cy="2171035"/>
            </a:xfrm>
            <a:custGeom>
              <a:avLst/>
              <a:gdLst/>
              <a:ahLst/>
              <a:cxnLst/>
              <a:rect l="l" t="t" r="r" b="b"/>
              <a:pathLst>
                <a:path w="5585102" h="2171035">
                  <a:moveTo>
                    <a:pt x="0" y="0"/>
                  </a:moveTo>
                  <a:lnTo>
                    <a:pt x="5585102" y="0"/>
                  </a:lnTo>
                  <a:lnTo>
                    <a:pt x="5585102" y="2171035"/>
                  </a:lnTo>
                  <a:lnTo>
                    <a:pt x="0" y="2171035"/>
                  </a:lnTo>
                  <a:close/>
                </a:path>
              </a:pathLst>
            </a:custGeom>
            <a:solidFill>
              <a:srgbClr val="3E3B39"/>
            </a:solidFill>
          </p:spPr>
        </p:sp>
        <p:sp>
          <p:nvSpPr>
            <p:cNvPr id="10" name="TextBox 10"/>
            <p:cNvSpPr txBox="1"/>
            <p:nvPr/>
          </p:nvSpPr>
          <p:spPr>
            <a:xfrm>
              <a:off x="0" y="-9525"/>
              <a:ext cx="5585102" cy="2180560"/>
            </a:xfrm>
            <a:prstGeom prst="rect">
              <a:avLst/>
            </a:prstGeom>
          </p:spPr>
          <p:txBody>
            <a:bodyPr lIns="50800" tIns="50800" rIns="50800" bIns="50800" rtlCol="0" anchor="ctr"/>
            <a:lstStyle/>
            <a:p>
              <a:pPr algn="ctr">
                <a:lnSpc>
                  <a:spcPts val="2363"/>
                </a:lnSpc>
              </a:pPr>
              <a:endParaRPr/>
            </a:p>
          </p:txBody>
        </p:sp>
      </p:grpSp>
      <p:grpSp>
        <p:nvGrpSpPr>
          <p:cNvPr id="11" name="Group 11"/>
          <p:cNvGrpSpPr/>
          <p:nvPr/>
        </p:nvGrpSpPr>
        <p:grpSpPr>
          <a:xfrm>
            <a:off x="553409" y="9739067"/>
            <a:ext cx="17181183" cy="110498"/>
            <a:chOff x="0" y="0"/>
            <a:chExt cx="22908243" cy="147331"/>
          </a:xfrm>
        </p:grpSpPr>
        <p:grpSp>
          <p:nvGrpSpPr>
            <p:cNvPr id="12" name="Group 12"/>
            <p:cNvGrpSpPr/>
            <p:nvPr/>
          </p:nvGrpSpPr>
          <p:grpSpPr>
            <a:xfrm>
              <a:off x="0" y="0"/>
              <a:ext cx="3092220" cy="147331"/>
              <a:chOff x="0" y="0"/>
              <a:chExt cx="610809" cy="29102"/>
            </a:xfrm>
          </p:grpSpPr>
          <p:sp>
            <p:nvSpPr>
              <p:cNvPr id="13" name="Freeform 13"/>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sp>
          <p:sp>
            <p:nvSpPr>
              <p:cNvPr id="14" name="TextBox 14"/>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15" name="Group 15"/>
            <p:cNvGrpSpPr/>
            <p:nvPr/>
          </p:nvGrpSpPr>
          <p:grpSpPr>
            <a:xfrm>
              <a:off x="3968711" y="0"/>
              <a:ext cx="3092220" cy="147331"/>
              <a:chOff x="0" y="0"/>
              <a:chExt cx="610809" cy="29102"/>
            </a:xfrm>
          </p:grpSpPr>
          <p:sp>
            <p:nvSpPr>
              <p:cNvPr id="16" name="Freeform 16"/>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sp>
          <p:sp>
            <p:nvSpPr>
              <p:cNvPr id="17" name="TextBox 17"/>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18" name="Group 18"/>
            <p:cNvGrpSpPr/>
            <p:nvPr/>
          </p:nvGrpSpPr>
          <p:grpSpPr>
            <a:xfrm>
              <a:off x="7937231" y="0"/>
              <a:ext cx="3092220" cy="147331"/>
              <a:chOff x="0" y="0"/>
              <a:chExt cx="610809" cy="29102"/>
            </a:xfrm>
          </p:grpSpPr>
          <p:sp>
            <p:nvSpPr>
              <p:cNvPr id="19" name="Freeform 19"/>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sp>
          <p:sp>
            <p:nvSpPr>
              <p:cNvPr id="20" name="TextBox 20"/>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21" name="Group 21"/>
            <p:cNvGrpSpPr/>
            <p:nvPr/>
          </p:nvGrpSpPr>
          <p:grpSpPr>
            <a:xfrm>
              <a:off x="11905941" y="0"/>
              <a:ext cx="3092220" cy="147331"/>
              <a:chOff x="0" y="0"/>
              <a:chExt cx="610809" cy="29102"/>
            </a:xfrm>
          </p:grpSpPr>
          <p:sp>
            <p:nvSpPr>
              <p:cNvPr id="22" name="Freeform 22"/>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sp>
          <p:sp>
            <p:nvSpPr>
              <p:cNvPr id="23" name="TextBox 23"/>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24" name="Group 24"/>
            <p:cNvGrpSpPr/>
            <p:nvPr/>
          </p:nvGrpSpPr>
          <p:grpSpPr>
            <a:xfrm>
              <a:off x="15847313" y="0"/>
              <a:ext cx="3092220" cy="147331"/>
              <a:chOff x="0" y="0"/>
              <a:chExt cx="610809" cy="29102"/>
            </a:xfrm>
          </p:grpSpPr>
          <p:sp>
            <p:nvSpPr>
              <p:cNvPr id="25" name="Freeform 25"/>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sp>
          <p:sp>
            <p:nvSpPr>
              <p:cNvPr id="26" name="TextBox 26"/>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27" name="Group 27"/>
            <p:cNvGrpSpPr/>
            <p:nvPr/>
          </p:nvGrpSpPr>
          <p:grpSpPr>
            <a:xfrm>
              <a:off x="19816024" y="0"/>
              <a:ext cx="3092220" cy="147331"/>
              <a:chOff x="0" y="0"/>
              <a:chExt cx="610809" cy="29102"/>
            </a:xfrm>
          </p:grpSpPr>
          <p:sp>
            <p:nvSpPr>
              <p:cNvPr id="28" name="Freeform 28"/>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sp>
          <p:sp>
            <p:nvSpPr>
              <p:cNvPr id="29" name="TextBox 29"/>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sp>
        <p:nvSpPr>
          <p:cNvPr id="30" name="Freeform 30"/>
          <p:cNvSpPr/>
          <p:nvPr/>
        </p:nvSpPr>
        <p:spPr>
          <a:xfrm rot="1574474">
            <a:off x="2411870" y="686300"/>
            <a:ext cx="323464" cy="308100"/>
          </a:xfrm>
          <a:custGeom>
            <a:avLst/>
            <a:gdLst/>
            <a:ahLst/>
            <a:cxnLst/>
            <a:rect l="l" t="t" r="r" b="b"/>
            <a:pathLst>
              <a:path w="323464" h="308100">
                <a:moveTo>
                  <a:pt x="0" y="0"/>
                </a:moveTo>
                <a:lnTo>
                  <a:pt x="323465" y="0"/>
                </a:lnTo>
                <a:lnTo>
                  <a:pt x="323465" y="308099"/>
                </a:lnTo>
                <a:lnTo>
                  <a:pt x="0" y="30809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31" name="Freeform 31"/>
          <p:cNvSpPr/>
          <p:nvPr/>
        </p:nvSpPr>
        <p:spPr>
          <a:xfrm>
            <a:off x="-269127" y="8395327"/>
            <a:ext cx="3870777" cy="869522"/>
          </a:xfrm>
          <a:custGeom>
            <a:avLst/>
            <a:gdLst/>
            <a:ahLst/>
            <a:cxnLst/>
            <a:rect l="l" t="t" r="r" b="b"/>
            <a:pathLst>
              <a:path w="3870777" h="869522">
                <a:moveTo>
                  <a:pt x="0" y="0"/>
                </a:moveTo>
                <a:lnTo>
                  <a:pt x="3870778" y="0"/>
                </a:lnTo>
                <a:lnTo>
                  <a:pt x="3870778" y="869523"/>
                </a:lnTo>
                <a:lnTo>
                  <a:pt x="0" y="869523"/>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32" name="Freeform 32"/>
          <p:cNvSpPr/>
          <p:nvPr/>
        </p:nvSpPr>
        <p:spPr>
          <a:xfrm>
            <a:off x="1838732" y="8395327"/>
            <a:ext cx="3870777" cy="869522"/>
          </a:xfrm>
          <a:custGeom>
            <a:avLst/>
            <a:gdLst/>
            <a:ahLst/>
            <a:cxnLst/>
            <a:rect l="l" t="t" r="r" b="b"/>
            <a:pathLst>
              <a:path w="3870777" h="869522">
                <a:moveTo>
                  <a:pt x="0" y="0"/>
                </a:moveTo>
                <a:lnTo>
                  <a:pt x="3870777" y="0"/>
                </a:lnTo>
                <a:lnTo>
                  <a:pt x="3870777" y="869523"/>
                </a:lnTo>
                <a:lnTo>
                  <a:pt x="0" y="869523"/>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33" name="Freeform 33"/>
          <p:cNvSpPr/>
          <p:nvPr/>
        </p:nvSpPr>
        <p:spPr>
          <a:xfrm rot="-2459989">
            <a:off x="16678542" y="2347467"/>
            <a:ext cx="808429" cy="1141985"/>
          </a:xfrm>
          <a:custGeom>
            <a:avLst/>
            <a:gdLst/>
            <a:ahLst/>
            <a:cxnLst/>
            <a:rect l="l" t="t" r="r" b="b"/>
            <a:pathLst>
              <a:path w="808429" h="1141985">
                <a:moveTo>
                  <a:pt x="0" y="0"/>
                </a:moveTo>
                <a:lnTo>
                  <a:pt x="808429" y="0"/>
                </a:lnTo>
                <a:lnTo>
                  <a:pt x="808429" y="1141985"/>
                </a:lnTo>
                <a:lnTo>
                  <a:pt x="0" y="1141985"/>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34" name="Freeform 34"/>
          <p:cNvSpPr/>
          <p:nvPr/>
        </p:nvSpPr>
        <p:spPr>
          <a:xfrm>
            <a:off x="10447226" y="7419525"/>
            <a:ext cx="7315200" cy="2753175"/>
          </a:xfrm>
          <a:custGeom>
            <a:avLst/>
            <a:gdLst/>
            <a:ahLst/>
            <a:cxnLst/>
            <a:rect l="l" t="t" r="r" b="b"/>
            <a:pathLst>
              <a:path w="7315200" h="2753175">
                <a:moveTo>
                  <a:pt x="0" y="0"/>
                </a:moveTo>
                <a:lnTo>
                  <a:pt x="7315200" y="0"/>
                </a:lnTo>
                <a:lnTo>
                  <a:pt x="7315200" y="2753175"/>
                </a:lnTo>
                <a:lnTo>
                  <a:pt x="0" y="2753175"/>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35" name="Freeform 35"/>
          <p:cNvSpPr/>
          <p:nvPr/>
        </p:nvSpPr>
        <p:spPr>
          <a:xfrm rot="1574474">
            <a:off x="17513181" y="5235068"/>
            <a:ext cx="442821" cy="421787"/>
          </a:xfrm>
          <a:custGeom>
            <a:avLst/>
            <a:gdLst/>
            <a:ahLst/>
            <a:cxnLst/>
            <a:rect l="l" t="t" r="r" b="b"/>
            <a:pathLst>
              <a:path w="442821" h="421787">
                <a:moveTo>
                  <a:pt x="0" y="0"/>
                </a:moveTo>
                <a:lnTo>
                  <a:pt x="442821" y="0"/>
                </a:lnTo>
                <a:lnTo>
                  <a:pt x="442821" y="421787"/>
                </a:lnTo>
                <a:lnTo>
                  <a:pt x="0" y="42178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36" name="Freeform 36"/>
          <p:cNvSpPr/>
          <p:nvPr/>
        </p:nvSpPr>
        <p:spPr>
          <a:xfrm>
            <a:off x="3642607" y="2063370"/>
            <a:ext cx="6483901" cy="6032188"/>
          </a:xfrm>
          <a:custGeom>
            <a:avLst/>
            <a:gdLst/>
            <a:ahLst/>
            <a:cxnLst/>
            <a:rect l="l" t="t" r="r" b="b"/>
            <a:pathLst>
              <a:path w="9752797" h="5668813">
                <a:moveTo>
                  <a:pt x="0" y="0"/>
                </a:moveTo>
                <a:lnTo>
                  <a:pt x="9752796" y="0"/>
                </a:lnTo>
                <a:lnTo>
                  <a:pt x="9752796" y="5668814"/>
                </a:lnTo>
                <a:lnTo>
                  <a:pt x="0" y="5668814"/>
                </a:lnTo>
                <a:lnTo>
                  <a:pt x="0" y="0"/>
                </a:lnTo>
                <a:close/>
              </a:path>
            </a:pathLst>
          </a:custGeom>
          <a:blipFill>
            <a:blip r:embed="rId18"/>
            <a:stretch>
              <a:fillRect/>
            </a:stretch>
          </a:blipFill>
        </p:spPr>
      </p:sp>
      <p:sp>
        <p:nvSpPr>
          <p:cNvPr id="37" name="TextBox 37"/>
          <p:cNvSpPr txBox="1"/>
          <p:nvPr/>
        </p:nvSpPr>
        <p:spPr>
          <a:xfrm>
            <a:off x="4133759" y="1181536"/>
            <a:ext cx="12777653" cy="1182342"/>
          </a:xfrm>
          <a:prstGeom prst="rect">
            <a:avLst/>
          </a:prstGeom>
        </p:spPr>
        <p:txBody>
          <a:bodyPr lIns="0" tIns="0" rIns="0" bIns="0" rtlCol="0" anchor="t">
            <a:spAutoFit/>
          </a:bodyPr>
          <a:lstStyle/>
          <a:p>
            <a:pPr marL="0" lvl="0" indent="0" algn="l">
              <a:lnSpc>
                <a:spcPts val="7516"/>
              </a:lnSpc>
              <a:spcBef>
                <a:spcPct val="0"/>
              </a:spcBef>
            </a:pPr>
            <a:r>
              <a:rPr lang="en-US" sz="10021">
                <a:solidFill>
                  <a:srgbClr val="F9C324"/>
                </a:solidFill>
                <a:latin typeface="Cubao"/>
                <a:ea typeface="Cubao"/>
                <a:cs typeface="Cubao"/>
                <a:sym typeface="Cubao"/>
              </a:rPr>
              <a:t>DATA MOBIL</a:t>
            </a:r>
          </a:p>
        </p:txBody>
      </p:sp>
      <p:sp>
        <p:nvSpPr>
          <p:cNvPr id="39" name="TextBox 38">
            <a:extLst>
              <a:ext uri="{FF2B5EF4-FFF2-40B4-BE49-F238E27FC236}">
                <a16:creationId xmlns:a16="http://schemas.microsoft.com/office/drawing/2014/main" id="{5D11355F-B8F4-48E2-938A-57CE3D7339A0}"/>
              </a:ext>
            </a:extLst>
          </p:cNvPr>
          <p:cNvSpPr txBox="1"/>
          <p:nvPr/>
        </p:nvSpPr>
        <p:spPr>
          <a:xfrm>
            <a:off x="10427511" y="2174557"/>
            <a:ext cx="6483901" cy="1569660"/>
          </a:xfrm>
          <a:prstGeom prst="rect">
            <a:avLst/>
          </a:prstGeom>
          <a:noFill/>
        </p:spPr>
        <p:txBody>
          <a:bodyPr wrap="square">
            <a:spAutoFit/>
          </a:bodyPr>
          <a:lstStyle/>
          <a:p>
            <a:r>
              <a:rPr lang="en-US" sz="2400" dirty="0"/>
              <a:t>Menu Data Mobil </a:t>
            </a:r>
            <a:r>
              <a:rPr lang="en-US" sz="2400" dirty="0" err="1"/>
              <a:t>digunakan</a:t>
            </a:r>
            <a:r>
              <a:rPr lang="en-US" sz="2400" dirty="0"/>
              <a:t> </a:t>
            </a:r>
            <a:r>
              <a:rPr lang="en-US" sz="2400" dirty="0" err="1"/>
              <a:t>untuk</a:t>
            </a:r>
            <a:r>
              <a:rPr lang="en-US" sz="2400" dirty="0"/>
              <a:t> </a:t>
            </a:r>
            <a:r>
              <a:rPr lang="en-US" sz="2400" dirty="0" err="1"/>
              <a:t>mengelola</a:t>
            </a:r>
            <a:r>
              <a:rPr lang="en-US" sz="2400" dirty="0"/>
              <a:t> </a:t>
            </a:r>
            <a:r>
              <a:rPr lang="en-US" sz="2400" dirty="0" err="1"/>
              <a:t>seluruh</a:t>
            </a:r>
            <a:r>
              <a:rPr lang="en-US" sz="2400" dirty="0"/>
              <a:t> data </a:t>
            </a:r>
            <a:r>
              <a:rPr lang="en-US" sz="2400" dirty="0" err="1"/>
              <a:t>kendaraan</a:t>
            </a:r>
            <a:r>
              <a:rPr lang="en-US" sz="2400" dirty="0"/>
              <a:t> yang </a:t>
            </a:r>
            <a:r>
              <a:rPr lang="en-US" sz="2400" dirty="0" err="1"/>
              <a:t>tersedia</a:t>
            </a:r>
            <a:r>
              <a:rPr lang="en-US" sz="2400" dirty="0"/>
              <a:t> </a:t>
            </a:r>
            <a:r>
              <a:rPr lang="en-US" sz="2400" dirty="0" err="1"/>
              <a:t>untuk</a:t>
            </a:r>
            <a:r>
              <a:rPr lang="en-US" sz="2400" dirty="0"/>
              <a:t> </a:t>
            </a:r>
            <a:r>
              <a:rPr lang="en-US" sz="2400" dirty="0" err="1"/>
              <a:t>disewakan</a:t>
            </a:r>
            <a:r>
              <a:rPr lang="en-US" sz="2400" dirty="0"/>
              <a:t>. </a:t>
            </a:r>
            <a:r>
              <a:rPr lang="en-US" sz="2400" dirty="0" err="1"/>
              <a:t>Pengguna</a:t>
            </a:r>
            <a:r>
              <a:rPr lang="en-US" sz="2400" dirty="0"/>
              <a:t> </a:t>
            </a:r>
            <a:r>
              <a:rPr lang="en-US" sz="2400" dirty="0" err="1"/>
              <a:t>dapat</a:t>
            </a:r>
            <a:r>
              <a:rPr lang="en-US" sz="2400" dirty="0"/>
              <a:t> </a:t>
            </a:r>
            <a:r>
              <a:rPr lang="en-US" sz="2400" dirty="0" err="1"/>
              <a:t>menambahkan</a:t>
            </a:r>
            <a:r>
              <a:rPr lang="en-US" sz="2400" dirty="0"/>
              <a:t>, </a:t>
            </a:r>
            <a:r>
              <a:rPr lang="en-US" sz="2400" dirty="0" err="1"/>
              <a:t>mengubah</a:t>
            </a:r>
            <a:r>
              <a:rPr lang="en-US" sz="2400" dirty="0"/>
              <a:t>, </a:t>
            </a:r>
            <a:r>
              <a:rPr lang="en-US" sz="2400" dirty="0" err="1"/>
              <a:t>menghapus</a:t>
            </a:r>
            <a:r>
              <a:rPr lang="en-US" sz="2400" dirty="0"/>
              <a:t>, dan </a:t>
            </a:r>
            <a:r>
              <a:rPr lang="en-US" sz="2400" dirty="0" err="1"/>
              <a:t>melihat</a:t>
            </a:r>
            <a:r>
              <a:rPr lang="en-US" sz="2400" dirty="0"/>
              <a:t> data </a:t>
            </a:r>
            <a:r>
              <a:rPr lang="en-US" sz="2400" dirty="0" err="1"/>
              <a:t>mobil</a:t>
            </a:r>
            <a:r>
              <a:rPr lang="en-US" sz="2400" dirty="0"/>
              <a:t>.</a:t>
            </a:r>
          </a:p>
        </p:txBody>
      </p:sp>
      <p:sp>
        <p:nvSpPr>
          <p:cNvPr id="43" name="Rectangle: Rounded Corners 42">
            <a:extLst>
              <a:ext uri="{FF2B5EF4-FFF2-40B4-BE49-F238E27FC236}">
                <a16:creationId xmlns:a16="http://schemas.microsoft.com/office/drawing/2014/main" id="{9D16688E-0192-488C-844C-9D5885D63DE8}"/>
              </a:ext>
            </a:extLst>
          </p:cNvPr>
          <p:cNvSpPr/>
          <p:nvPr/>
        </p:nvSpPr>
        <p:spPr>
          <a:xfrm>
            <a:off x="10672497" y="3943373"/>
            <a:ext cx="5730590" cy="3261637"/>
          </a:xfrm>
          <a:prstGeom prst="round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DE0D9FB4-02F9-46B5-88D6-864FF8C1F414}"/>
              </a:ext>
            </a:extLst>
          </p:cNvPr>
          <p:cNvSpPr txBox="1"/>
          <p:nvPr/>
        </p:nvSpPr>
        <p:spPr>
          <a:xfrm>
            <a:off x="10942554" y="3827517"/>
            <a:ext cx="5835259" cy="3416320"/>
          </a:xfrm>
          <a:prstGeom prst="rect">
            <a:avLst/>
          </a:prstGeom>
          <a:noFill/>
        </p:spPr>
        <p:txBody>
          <a:bodyPr wrap="square">
            <a:spAutoFit/>
          </a:bodyPr>
          <a:lstStyle/>
          <a:p>
            <a:r>
              <a:rPr lang="en-US" sz="2400" b="1" dirty="0" err="1"/>
              <a:t>Informasi</a:t>
            </a:r>
            <a:r>
              <a:rPr lang="en-US" sz="2400" b="1" dirty="0"/>
              <a:t> yang </a:t>
            </a:r>
            <a:r>
              <a:rPr lang="en-US" sz="2400" b="1" dirty="0" err="1"/>
              <a:t>dikelola</a:t>
            </a:r>
            <a:r>
              <a:rPr lang="en-US" sz="2400" b="1" dirty="0"/>
              <a:t>:</a:t>
            </a:r>
            <a:endParaRPr lang="en-US" sz="2400" dirty="0"/>
          </a:p>
          <a:p>
            <a:pPr>
              <a:buFont typeface="Arial" panose="020B0604020202020204" pitchFamily="34" charset="0"/>
              <a:buChar char="•"/>
            </a:pPr>
            <a:r>
              <a:rPr lang="en-US" sz="2400" dirty="0"/>
              <a:t>ID Mobil </a:t>
            </a:r>
          </a:p>
          <a:p>
            <a:pPr>
              <a:buFont typeface="Arial" panose="020B0604020202020204" pitchFamily="34" charset="0"/>
              <a:buChar char="•"/>
            </a:pPr>
            <a:r>
              <a:rPr lang="en-US" sz="2400" dirty="0"/>
              <a:t>Nama Mobil </a:t>
            </a:r>
          </a:p>
          <a:p>
            <a:pPr>
              <a:buFont typeface="Arial" panose="020B0604020202020204" pitchFamily="34" charset="0"/>
              <a:buChar char="•"/>
            </a:pPr>
            <a:r>
              <a:rPr lang="en-US" sz="2400" dirty="0" err="1"/>
              <a:t>Merek</a:t>
            </a:r>
            <a:r>
              <a:rPr lang="en-US" sz="2400" dirty="0"/>
              <a:t> </a:t>
            </a:r>
          </a:p>
          <a:p>
            <a:pPr>
              <a:buFont typeface="Arial" panose="020B0604020202020204" pitchFamily="34" charset="0"/>
              <a:buChar char="•"/>
            </a:pPr>
            <a:r>
              <a:rPr lang="en-US" sz="2400" dirty="0"/>
              <a:t>Plat </a:t>
            </a:r>
            <a:r>
              <a:rPr lang="en-US" sz="2400" dirty="0" err="1"/>
              <a:t>Nomor</a:t>
            </a:r>
            <a:r>
              <a:rPr lang="en-US" sz="2400" dirty="0"/>
              <a:t> </a:t>
            </a:r>
          </a:p>
          <a:p>
            <a:pPr>
              <a:buFont typeface="Arial" panose="020B0604020202020204" pitchFamily="34" charset="0"/>
              <a:buChar char="•"/>
            </a:pPr>
            <a:r>
              <a:rPr lang="en-US" sz="2400" dirty="0"/>
              <a:t>Harga </a:t>
            </a:r>
            <a:r>
              <a:rPr lang="en-US" sz="2400" dirty="0" err="1"/>
              <a:t>Sewa</a:t>
            </a:r>
            <a:r>
              <a:rPr lang="en-US" sz="2400" dirty="0"/>
              <a:t> </a:t>
            </a:r>
          </a:p>
          <a:p>
            <a:pPr>
              <a:buFont typeface="Arial" panose="020B0604020202020204" pitchFamily="34" charset="0"/>
              <a:buChar char="•"/>
            </a:pPr>
            <a:r>
              <a:rPr lang="en-US" sz="2400" dirty="0"/>
              <a:t>Status Mobil (</a:t>
            </a:r>
            <a:r>
              <a:rPr lang="en-US" sz="2400" dirty="0" err="1"/>
              <a:t>Tersedia</a:t>
            </a:r>
            <a:r>
              <a:rPr lang="en-US" sz="2400" dirty="0"/>
              <a:t>/</a:t>
            </a:r>
            <a:r>
              <a:rPr lang="en-US" sz="2400" dirty="0" err="1"/>
              <a:t>Disewa</a:t>
            </a:r>
            <a:r>
              <a:rPr lang="en-US" sz="2400" dirty="0"/>
              <a:t>) </a:t>
            </a:r>
          </a:p>
          <a:p>
            <a:r>
              <a:rPr lang="en-US" sz="2400" dirty="0"/>
              <a:t>Data yang </a:t>
            </a:r>
            <a:r>
              <a:rPr lang="en-US" sz="2400" dirty="0" err="1"/>
              <a:t>tersimpan</a:t>
            </a:r>
            <a:r>
              <a:rPr lang="en-US" sz="2400" dirty="0"/>
              <a:t> </a:t>
            </a:r>
            <a:r>
              <a:rPr lang="en-US" sz="2400" dirty="0" err="1"/>
              <a:t>akan</a:t>
            </a:r>
            <a:r>
              <a:rPr lang="en-US" sz="2400" dirty="0"/>
              <a:t> </a:t>
            </a:r>
            <a:r>
              <a:rPr lang="en-US" sz="2400" dirty="0" err="1"/>
              <a:t>digunakan</a:t>
            </a:r>
            <a:r>
              <a:rPr lang="en-US" sz="2400" dirty="0"/>
              <a:t> pada proses </a:t>
            </a:r>
            <a:r>
              <a:rPr lang="en-US" sz="2400" dirty="0" err="1"/>
              <a:t>transaksi</a:t>
            </a:r>
            <a:r>
              <a:rPr lang="en-US" sz="2400" dirty="0"/>
              <a:t> rental.</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C3E7FC">
                <a:alpha val="100000"/>
              </a:srgbClr>
            </a:gs>
            <a:gs pos="100000">
              <a:srgbClr val="2F3659">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Freeform 2"/>
          <p:cNvSpPr/>
          <p:nvPr/>
        </p:nvSpPr>
        <p:spPr>
          <a:xfrm>
            <a:off x="-606333" y="4342989"/>
            <a:ext cx="19500667" cy="5354087"/>
          </a:xfrm>
          <a:custGeom>
            <a:avLst/>
            <a:gdLst/>
            <a:ahLst/>
            <a:cxnLst/>
            <a:rect l="l" t="t" r="r" b="b"/>
            <a:pathLst>
              <a:path w="19500667" h="5354087">
                <a:moveTo>
                  <a:pt x="0" y="0"/>
                </a:moveTo>
                <a:lnTo>
                  <a:pt x="19500666" y="0"/>
                </a:lnTo>
                <a:lnTo>
                  <a:pt x="19500666" y="5354088"/>
                </a:lnTo>
                <a:lnTo>
                  <a:pt x="0" y="5354088"/>
                </a:lnTo>
                <a:lnTo>
                  <a:pt x="0" y="0"/>
                </a:lnTo>
                <a:close/>
              </a:path>
            </a:pathLst>
          </a:custGeom>
          <a:blipFill>
            <a:blip r:embed="rId2">
              <a:alphaModFix amt="54000"/>
              <a:extLst>
                <a:ext uri="{96DAC541-7B7A-43D3-8B79-37D633B846F1}">
                  <asvg:svgBlip xmlns:asvg="http://schemas.microsoft.com/office/drawing/2016/SVG/main" r:embed="rId3"/>
                </a:ext>
              </a:extLst>
            </a:blip>
            <a:stretch>
              <a:fillRect/>
            </a:stretch>
          </a:blipFill>
        </p:spPr>
      </p:sp>
      <p:sp>
        <p:nvSpPr>
          <p:cNvPr id="3" name="Freeform 3"/>
          <p:cNvSpPr/>
          <p:nvPr/>
        </p:nvSpPr>
        <p:spPr>
          <a:xfrm>
            <a:off x="12166260" y="-410559"/>
            <a:ext cx="4424434" cy="2501816"/>
          </a:xfrm>
          <a:custGeom>
            <a:avLst/>
            <a:gdLst/>
            <a:ahLst/>
            <a:cxnLst/>
            <a:rect l="l" t="t" r="r" b="b"/>
            <a:pathLst>
              <a:path w="4424434" h="2501816">
                <a:moveTo>
                  <a:pt x="0" y="0"/>
                </a:moveTo>
                <a:lnTo>
                  <a:pt x="4424435" y="0"/>
                </a:lnTo>
                <a:lnTo>
                  <a:pt x="4424435" y="2501817"/>
                </a:lnTo>
                <a:lnTo>
                  <a:pt x="0" y="2501817"/>
                </a:lnTo>
                <a:lnTo>
                  <a:pt x="0" y="0"/>
                </a:lnTo>
                <a:close/>
              </a:path>
            </a:pathLst>
          </a:custGeom>
          <a:blipFill>
            <a:blip r:embed="rId4">
              <a:alphaModFix amt="25000"/>
              <a:extLst>
                <a:ext uri="{96DAC541-7B7A-43D3-8B79-37D633B846F1}">
                  <asvg:svgBlip xmlns:asvg="http://schemas.microsoft.com/office/drawing/2016/SVG/main" r:embed="rId5"/>
                </a:ext>
              </a:extLst>
            </a:blip>
            <a:stretch>
              <a:fillRect/>
            </a:stretch>
          </a:blipFill>
        </p:spPr>
      </p:sp>
      <p:grpSp>
        <p:nvGrpSpPr>
          <p:cNvPr id="4" name="Group 4"/>
          <p:cNvGrpSpPr/>
          <p:nvPr/>
        </p:nvGrpSpPr>
        <p:grpSpPr>
          <a:xfrm>
            <a:off x="1028700" y="1624115"/>
            <a:ext cx="16230600" cy="7634185"/>
            <a:chOff x="0" y="0"/>
            <a:chExt cx="4274726" cy="2010650"/>
          </a:xfrm>
        </p:grpSpPr>
        <p:sp>
          <p:nvSpPr>
            <p:cNvPr id="5" name="Freeform 5"/>
            <p:cNvSpPr/>
            <p:nvPr/>
          </p:nvSpPr>
          <p:spPr>
            <a:xfrm>
              <a:off x="0" y="0"/>
              <a:ext cx="4274726" cy="2010650"/>
            </a:xfrm>
            <a:custGeom>
              <a:avLst/>
              <a:gdLst/>
              <a:ahLst/>
              <a:cxnLst/>
              <a:rect l="l" t="t" r="r" b="b"/>
              <a:pathLst>
                <a:path w="4274726" h="2010650">
                  <a:moveTo>
                    <a:pt x="12879" y="0"/>
                  </a:moveTo>
                  <a:lnTo>
                    <a:pt x="4261847" y="0"/>
                  </a:lnTo>
                  <a:cubicBezTo>
                    <a:pt x="4268960" y="0"/>
                    <a:pt x="4274726" y="5766"/>
                    <a:pt x="4274726" y="12879"/>
                  </a:cubicBezTo>
                  <a:lnTo>
                    <a:pt x="4274726" y="1997771"/>
                  </a:lnTo>
                  <a:cubicBezTo>
                    <a:pt x="4274726" y="2001186"/>
                    <a:pt x="4273369" y="2004462"/>
                    <a:pt x="4270954" y="2006878"/>
                  </a:cubicBezTo>
                  <a:cubicBezTo>
                    <a:pt x="4268539" y="2009293"/>
                    <a:pt x="4265263" y="2010650"/>
                    <a:pt x="4261847" y="2010650"/>
                  </a:cubicBezTo>
                  <a:lnTo>
                    <a:pt x="12879" y="2010650"/>
                  </a:lnTo>
                  <a:cubicBezTo>
                    <a:pt x="5766" y="2010650"/>
                    <a:pt x="0" y="2004883"/>
                    <a:pt x="0" y="1997771"/>
                  </a:cubicBezTo>
                  <a:lnTo>
                    <a:pt x="0" y="12879"/>
                  </a:lnTo>
                  <a:cubicBezTo>
                    <a:pt x="0" y="5766"/>
                    <a:pt x="5766" y="0"/>
                    <a:pt x="12879" y="0"/>
                  </a:cubicBezTo>
                  <a:close/>
                </a:path>
              </a:pathLst>
            </a:custGeom>
            <a:solidFill>
              <a:srgbClr val="FFFFFF"/>
            </a:solidFill>
          </p:spPr>
        </p:sp>
        <p:sp>
          <p:nvSpPr>
            <p:cNvPr id="6" name="TextBox 6"/>
            <p:cNvSpPr txBox="1"/>
            <p:nvPr/>
          </p:nvSpPr>
          <p:spPr>
            <a:xfrm>
              <a:off x="0" y="-38100"/>
              <a:ext cx="4274726" cy="2048750"/>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2011736" y="845640"/>
            <a:ext cx="5613387" cy="8595719"/>
          </a:xfrm>
          <a:custGeom>
            <a:avLst/>
            <a:gdLst/>
            <a:ahLst/>
            <a:cxnLst/>
            <a:rect l="l" t="t" r="r" b="b"/>
            <a:pathLst>
              <a:path w="5613387" h="8595719">
                <a:moveTo>
                  <a:pt x="0" y="0"/>
                </a:moveTo>
                <a:lnTo>
                  <a:pt x="5613387" y="0"/>
                </a:lnTo>
                <a:lnTo>
                  <a:pt x="5613387" y="8595720"/>
                </a:lnTo>
                <a:lnTo>
                  <a:pt x="0" y="859572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8" name="Group 8"/>
          <p:cNvGrpSpPr/>
          <p:nvPr/>
        </p:nvGrpSpPr>
        <p:grpSpPr>
          <a:xfrm>
            <a:off x="-1562147" y="9258300"/>
            <a:ext cx="21205933" cy="8243149"/>
            <a:chOff x="0" y="0"/>
            <a:chExt cx="5585102" cy="2171035"/>
          </a:xfrm>
        </p:grpSpPr>
        <p:sp>
          <p:nvSpPr>
            <p:cNvPr id="9" name="Freeform 9"/>
            <p:cNvSpPr/>
            <p:nvPr/>
          </p:nvSpPr>
          <p:spPr>
            <a:xfrm>
              <a:off x="0" y="0"/>
              <a:ext cx="5585102" cy="2171035"/>
            </a:xfrm>
            <a:custGeom>
              <a:avLst/>
              <a:gdLst/>
              <a:ahLst/>
              <a:cxnLst/>
              <a:rect l="l" t="t" r="r" b="b"/>
              <a:pathLst>
                <a:path w="5585102" h="2171035">
                  <a:moveTo>
                    <a:pt x="0" y="0"/>
                  </a:moveTo>
                  <a:lnTo>
                    <a:pt x="5585102" y="0"/>
                  </a:lnTo>
                  <a:lnTo>
                    <a:pt x="5585102" y="2171035"/>
                  </a:lnTo>
                  <a:lnTo>
                    <a:pt x="0" y="2171035"/>
                  </a:lnTo>
                  <a:close/>
                </a:path>
              </a:pathLst>
            </a:custGeom>
            <a:solidFill>
              <a:srgbClr val="3E3B39"/>
            </a:solidFill>
          </p:spPr>
        </p:sp>
        <p:sp>
          <p:nvSpPr>
            <p:cNvPr id="10" name="TextBox 10"/>
            <p:cNvSpPr txBox="1"/>
            <p:nvPr/>
          </p:nvSpPr>
          <p:spPr>
            <a:xfrm>
              <a:off x="0" y="-9525"/>
              <a:ext cx="5585102" cy="2180560"/>
            </a:xfrm>
            <a:prstGeom prst="rect">
              <a:avLst/>
            </a:prstGeom>
          </p:spPr>
          <p:txBody>
            <a:bodyPr lIns="50800" tIns="50800" rIns="50800" bIns="50800" rtlCol="0" anchor="ctr"/>
            <a:lstStyle/>
            <a:p>
              <a:pPr algn="ctr">
                <a:lnSpc>
                  <a:spcPts val="2363"/>
                </a:lnSpc>
              </a:pPr>
              <a:endParaRPr/>
            </a:p>
          </p:txBody>
        </p:sp>
      </p:grpSp>
      <p:grpSp>
        <p:nvGrpSpPr>
          <p:cNvPr id="11" name="Group 11"/>
          <p:cNvGrpSpPr/>
          <p:nvPr/>
        </p:nvGrpSpPr>
        <p:grpSpPr>
          <a:xfrm>
            <a:off x="553409" y="9739067"/>
            <a:ext cx="17181183" cy="110498"/>
            <a:chOff x="0" y="0"/>
            <a:chExt cx="22908243" cy="147331"/>
          </a:xfrm>
        </p:grpSpPr>
        <p:grpSp>
          <p:nvGrpSpPr>
            <p:cNvPr id="12" name="Group 12"/>
            <p:cNvGrpSpPr/>
            <p:nvPr/>
          </p:nvGrpSpPr>
          <p:grpSpPr>
            <a:xfrm>
              <a:off x="0" y="0"/>
              <a:ext cx="3092220" cy="147331"/>
              <a:chOff x="0" y="0"/>
              <a:chExt cx="610809" cy="29102"/>
            </a:xfrm>
          </p:grpSpPr>
          <p:sp>
            <p:nvSpPr>
              <p:cNvPr id="13" name="Freeform 13"/>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sp>
          <p:sp>
            <p:nvSpPr>
              <p:cNvPr id="14" name="TextBox 14"/>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15" name="Group 15"/>
            <p:cNvGrpSpPr/>
            <p:nvPr/>
          </p:nvGrpSpPr>
          <p:grpSpPr>
            <a:xfrm>
              <a:off x="3968711" y="0"/>
              <a:ext cx="3092220" cy="147331"/>
              <a:chOff x="0" y="0"/>
              <a:chExt cx="610809" cy="29102"/>
            </a:xfrm>
          </p:grpSpPr>
          <p:sp>
            <p:nvSpPr>
              <p:cNvPr id="16" name="Freeform 16"/>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sp>
          <p:sp>
            <p:nvSpPr>
              <p:cNvPr id="17" name="TextBox 17"/>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18" name="Group 18"/>
            <p:cNvGrpSpPr/>
            <p:nvPr/>
          </p:nvGrpSpPr>
          <p:grpSpPr>
            <a:xfrm>
              <a:off x="7937231" y="0"/>
              <a:ext cx="3092220" cy="147331"/>
              <a:chOff x="0" y="0"/>
              <a:chExt cx="610809" cy="29102"/>
            </a:xfrm>
          </p:grpSpPr>
          <p:sp>
            <p:nvSpPr>
              <p:cNvPr id="19" name="Freeform 19"/>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sp>
          <p:sp>
            <p:nvSpPr>
              <p:cNvPr id="20" name="TextBox 20"/>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21" name="Group 21"/>
            <p:cNvGrpSpPr/>
            <p:nvPr/>
          </p:nvGrpSpPr>
          <p:grpSpPr>
            <a:xfrm>
              <a:off x="11905941" y="0"/>
              <a:ext cx="3092220" cy="147331"/>
              <a:chOff x="0" y="0"/>
              <a:chExt cx="610809" cy="29102"/>
            </a:xfrm>
          </p:grpSpPr>
          <p:sp>
            <p:nvSpPr>
              <p:cNvPr id="22" name="Freeform 22"/>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sp>
          <p:sp>
            <p:nvSpPr>
              <p:cNvPr id="23" name="TextBox 23"/>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24" name="Group 24"/>
            <p:cNvGrpSpPr/>
            <p:nvPr/>
          </p:nvGrpSpPr>
          <p:grpSpPr>
            <a:xfrm>
              <a:off x="15847313" y="0"/>
              <a:ext cx="3092220" cy="147331"/>
              <a:chOff x="0" y="0"/>
              <a:chExt cx="610809" cy="29102"/>
            </a:xfrm>
          </p:grpSpPr>
          <p:sp>
            <p:nvSpPr>
              <p:cNvPr id="25" name="Freeform 25"/>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sp>
          <p:sp>
            <p:nvSpPr>
              <p:cNvPr id="26" name="TextBox 26"/>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27" name="Group 27"/>
            <p:cNvGrpSpPr/>
            <p:nvPr/>
          </p:nvGrpSpPr>
          <p:grpSpPr>
            <a:xfrm>
              <a:off x="19816024" y="0"/>
              <a:ext cx="3092220" cy="147331"/>
              <a:chOff x="0" y="0"/>
              <a:chExt cx="610809" cy="29102"/>
            </a:xfrm>
          </p:grpSpPr>
          <p:sp>
            <p:nvSpPr>
              <p:cNvPr id="28" name="Freeform 28"/>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sp>
          <p:sp>
            <p:nvSpPr>
              <p:cNvPr id="29" name="TextBox 29"/>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sp>
        <p:nvSpPr>
          <p:cNvPr id="30" name="Freeform 30"/>
          <p:cNvSpPr/>
          <p:nvPr/>
        </p:nvSpPr>
        <p:spPr>
          <a:xfrm rot="1574474">
            <a:off x="2411870" y="686300"/>
            <a:ext cx="323464" cy="308100"/>
          </a:xfrm>
          <a:custGeom>
            <a:avLst/>
            <a:gdLst/>
            <a:ahLst/>
            <a:cxnLst/>
            <a:rect l="l" t="t" r="r" b="b"/>
            <a:pathLst>
              <a:path w="323464" h="308100">
                <a:moveTo>
                  <a:pt x="0" y="0"/>
                </a:moveTo>
                <a:lnTo>
                  <a:pt x="323465" y="0"/>
                </a:lnTo>
                <a:lnTo>
                  <a:pt x="323465" y="308099"/>
                </a:lnTo>
                <a:lnTo>
                  <a:pt x="0" y="30809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31" name="Freeform 31"/>
          <p:cNvSpPr/>
          <p:nvPr/>
        </p:nvSpPr>
        <p:spPr>
          <a:xfrm>
            <a:off x="-269127" y="8395327"/>
            <a:ext cx="3870777" cy="869522"/>
          </a:xfrm>
          <a:custGeom>
            <a:avLst/>
            <a:gdLst/>
            <a:ahLst/>
            <a:cxnLst/>
            <a:rect l="l" t="t" r="r" b="b"/>
            <a:pathLst>
              <a:path w="3870777" h="869522">
                <a:moveTo>
                  <a:pt x="0" y="0"/>
                </a:moveTo>
                <a:lnTo>
                  <a:pt x="3870778" y="0"/>
                </a:lnTo>
                <a:lnTo>
                  <a:pt x="3870778" y="869523"/>
                </a:lnTo>
                <a:lnTo>
                  <a:pt x="0" y="869523"/>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32" name="Freeform 32"/>
          <p:cNvSpPr/>
          <p:nvPr/>
        </p:nvSpPr>
        <p:spPr>
          <a:xfrm>
            <a:off x="1838732" y="8395327"/>
            <a:ext cx="3870777" cy="869522"/>
          </a:xfrm>
          <a:custGeom>
            <a:avLst/>
            <a:gdLst/>
            <a:ahLst/>
            <a:cxnLst/>
            <a:rect l="l" t="t" r="r" b="b"/>
            <a:pathLst>
              <a:path w="3870777" h="869522">
                <a:moveTo>
                  <a:pt x="0" y="0"/>
                </a:moveTo>
                <a:lnTo>
                  <a:pt x="3870777" y="0"/>
                </a:lnTo>
                <a:lnTo>
                  <a:pt x="3870777" y="869523"/>
                </a:lnTo>
                <a:lnTo>
                  <a:pt x="0" y="869523"/>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33" name="Freeform 33"/>
          <p:cNvSpPr/>
          <p:nvPr/>
        </p:nvSpPr>
        <p:spPr>
          <a:xfrm>
            <a:off x="10447226" y="7277341"/>
            <a:ext cx="7315200" cy="2753175"/>
          </a:xfrm>
          <a:custGeom>
            <a:avLst/>
            <a:gdLst/>
            <a:ahLst/>
            <a:cxnLst/>
            <a:rect l="l" t="t" r="r" b="b"/>
            <a:pathLst>
              <a:path w="7315200" h="2753175">
                <a:moveTo>
                  <a:pt x="0" y="0"/>
                </a:moveTo>
                <a:lnTo>
                  <a:pt x="7315200" y="0"/>
                </a:lnTo>
                <a:lnTo>
                  <a:pt x="7315200" y="2753175"/>
                </a:lnTo>
                <a:lnTo>
                  <a:pt x="0" y="2753175"/>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34" name="Freeform 34"/>
          <p:cNvSpPr/>
          <p:nvPr/>
        </p:nvSpPr>
        <p:spPr>
          <a:xfrm rot="-2459989">
            <a:off x="16823116" y="2347467"/>
            <a:ext cx="808429" cy="1141985"/>
          </a:xfrm>
          <a:custGeom>
            <a:avLst/>
            <a:gdLst/>
            <a:ahLst/>
            <a:cxnLst/>
            <a:rect l="l" t="t" r="r" b="b"/>
            <a:pathLst>
              <a:path w="808429" h="1141985">
                <a:moveTo>
                  <a:pt x="0" y="0"/>
                </a:moveTo>
                <a:lnTo>
                  <a:pt x="808429" y="0"/>
                </a:lnTo>
                <a:lnTo>
                  <a:pt x="808429" y="1141985"/>
                </a:lnTo>
                <a:lnTo>
                  <a:pt x="0" y="1141985"/>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35" name="Freeform 35"/>
          <p:cNvSpPr/>
          <p:nvPr/>
        </p:nvSpPr>
        <p:spPr>
          <a:xfrm rot="1574474">
            <a:off x="17513181" y="5235068"/>
            <a:ext cx="442821" cy="421787"/>
          </a:xfrm>
          <a:custGeom>
            <a:avLst/>
            <a:gdLst/>
            <a:ahLst/>
            <a:cxnLst/>
            <a:rect l="l" t="t" r="r" b="b"/>
            <a:pathLst>
              <a:path w="442821" h="421787">
                <a:moveTo>
                  <a:pt x="0" y="0"/>
                </a:moveTo>
                <a:lnTo>
                  <a:pt x="442821" y="0"/>
                </a:lnTo>
                <a:lnTo>
                  <a:pt x="442821" y="421787"/>
                </a:lnTo>
                <a:lnTo>
                  <a:pt x="0" y="42178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36" name="Freeform 36"/>
          <p:cNvSpPr/>
          <p:nvPr/>
        </p:nvSpPr>
        <p:spPr>
          <a:xfrm>
            <a:off x="3457225" y="2133248"/>
            <a:ext cx="6486875" cy="6109034"/>
          </a:xfrm>
          <a:custGeom>
            <a:avLst/>
            <a:gdLst/>
            <a:ahLst/>
            <a:cxnLst/>
            <a:rect l="l" t="t" r="r" b="b"/>
            <a:pathLst>
              <a:path w="11047523" h="5998101">
                <a:moveTo>
                  <a:pt x="0" y="0"/>
                </a:moveTo>
                <a:lnTo>
                  <a:pt x="11047522" y="0"/>
                </a:lnTo>
                <a:lnTo>
                  <a:pt x="11047522" y="5998101"/>
                </a:lnTo>
                <a:lnTo>
                  <a:pt x="0" y="5998101"/>
                </a:lnTo>
                <a:lnTo>
                  <a:pt x="0" y="0"/>
                </a:lnTo>
                <a:close/>
              </a:path>
            </a:pathLst>
          </a:custGeom>
          <a:blipFill>
            <a:blip r:embed="rId18"/>
            <a:stretch>
              <a:fillRect/>
            </a:stretch>
          </a:blipFill>
        </p:spPr>
      </p:sp>
      <p:sp>
        <p:nvSpPr>
          <p:cNvPr id="37" name="TextBox 37"/>
          <p:cNvSpPr txBox="1"/>
          <p:nvPr/>
        </p:nvSpPr>
        <p:spPr>
          <a:xfrm>
            <a:off x="4133759" y="1181536"/>
            <a:ext cx="10634294" cy="961802"/>
          </a:xfrm>
          <a:prstGeom prst="rect">
            <a:avLst/>
          </a:prstGeom>
        </p:spPr>
        <p:txBody>
          <a:bodyPr wrap="square" lIns="0" tIns="0" rIns="0" bIns="0" rtlCol="0" anchor="t">
            <a:spAutoFit/>
          </a:bodyPr>
          <a:lstStyle/>
          <a:p>
            <a:pPr marL="0" lvl="0" indent="0" algn="l">
              <a:lnSpc>
                <a:spcPts val="7516"/>
              </a:lnSpc>
              <a:spcBef>
                <a:spcPct val="0"/>
              </a:spcBef>
            </a:pPr>
            <a:r>
              <a:rPr lang="en-US" sz="10021" dirty="0">
                <a:solidFill>
                  <a:srgbClr val="F9C324"/>
                </a:solidFill>
                <a:latin typeface="Cubao"/>
                <a:ea typeface="Cubao"/>
                <a:cs typeface="Cubao"/>
                <a:sym typeface="Cubao"/>
              </a:rPr>
              <a:t>DATA PELANGGAN</a:t>
            </a:r>
          </a:p>
        </p:txBody>
      </p:sp>
      <p:sp>
        <p:nvSpPr>
          <p:cNvPr id="39" name="TextBox 38">
            <a:extLst>
              <a:ext uri="{FF2B5EF4-FFF2-40B4-BE49-F238E27FC236}">
                <a16:creationId xmlns:a16="http://schemas.microsoft.com/office/drawing/2014/main" id="{0A41C188-B123-4BE8-B364-88B9DB19FCDE}"/>
              </a:ext>
            </a:extLst>
          </p:cNvPr>
          <p:cNvSpPr txBox="1"/>
          <p:nvPr/>
        </p:nvSpPr>
        <p:spPr>
          <a:xfrm>
            <a:off x="10073803" y="2414667"/>
            <a:ext cx="6891042" cy="4524315"/>
          </a:xfrm>
          <a:prstGeom prst="rect">
            <a:avLst/>
          </a:prstGeom>
          <a:noFill/>
        </p:spPr>
        <p:txBody>
          <a:bodyPr wrap="square">
            <a:spAutoFit/>
          </a:bodyPr>
          <a:lstStyle/>
          <a:p>
            <a:r>
              <a:rPr lang="en-US" sz="2400" dirty="0"/>
              <a:t>Menu Data </a:t>
            </a:r>
            <a:r>
              <a:rPr lang="en-US" sz="2400" dirty="0" err="1"/>
              <a:t>Pelanggan</a:t>
            </a:r>
            <a:r>
              <a:rPr lang="en-US" sz="2400" dirty="0"/>
              <a:t> </a:t>
            </a:r>
            <a:r>
              <a:rPr lang="en-US" sz="2400" dirty="0" err="1"/>
              <a:t>digunakan</a:t>
            </a:r>
            <a:r>
              <a:rPr lang="en-US" sz="2400" dirty="0"/>
              <a:t> </a:t>
            </a:r>
            <a:r>
              <a:rPr lang="en-US" sz="2400" dirty="0" err="1"/>
              <a:t>untuk</a:t>
            </a:r>
            <a:r>
              <a:rPr lang="en-US" sz="2400" dirty="0"/>
              <a:t> </a:t>
            </a:r>
            <a:r>
              <a:rPr lang="en-US" sz="2400" dirty="0" err="1"/>
              <a:t>menyimpan</a:t>
            </a:r>
            <a:r>
              <a:rPr lang="en-US" sz="2400" dirty="0"/>
              <a:t> </a:t>
            </a:r>
            <a:r>
              <a:rPr lang="en-US" sz="2400" dirty="0" err="1"/>
              <a:t>informasi</a:t>
            </a:r>
            <a:r>
              <a:rPr lang="en-US" sz="2400" dirty="0"/>
              <a:t> </a:t>
            </a:r>
            <a:r>
              <a:rPr lang="en-US" sz="2400" dirty="0" err="1"/>
              <a:t>penyewa</a:t>
            </a:r>
            <a:r>
              <a:rPr lang="en-US" sz="2400" dirty="0"/>
              <a:t> </a:t>
            </a:r>
            <a:r>
              <a:rPr lang="en-US" sz="2400" dirty="0" err="1"/>
              <a:t>mobil</a:t>
            </a:r>
            <a:r>
              <a:rPr lang="en-US" sz="2400" dirty="0"/>
              <a:t> </a:t>
            </a:r>
            <a:r>
              <a:rPr lang="en-US" sz="2400" dirty="0" err="1"/>
              <a:t>sehingga</a:t>
            </a:r>
            <a:r>
              <a:rPr lang="en-US" sz="2400" dirty="0"/>
              <a:t> proses </a:t>
            </a:r>
            <a:r>
              <a:rPr lang="en-US" sz="2400" dirty="0" err="1"/>
              <a:t>transaksi</a:t>
            </a:r>
            <a:r>
              <a:rPr lang="en-US" sz="2400" dirty="0"/>
              <a:t> </a:t>
            </a:r>
            <a:r>
              <a:rPr lang="en-US" sz="2400" dirty="0" err="1"/>
              <a:t>dapat</a:t>
            </a:r>
            <a:r>
              <a:rPr lang="en-US" sz="2400" dirty="0"/>
              <a:t> </a:t>
            </a:r>
            <a:r>
              <a:rPr lang="en-US" sz="2400" dirty="0" err="1"/>
              <a:t>dilakukan</a:t>
            </a:r>
            <a:r>
              <a:rPr lang="en-US" sz="2400" dirty="0"/>
              <a:t> </a:t>
            </a:r>
            <a:r>
              <a:rPr lang="en-US" sz="2400" dirty="0" err="1"/>
              <a:t>dengan</a:t>
            </a:r>
            <a:r>
              <a:rPr lang="en-US" sz="2400" dirty="0"/>
              <a:t> </a:t>
            </a:r>
            <a:r>
              <a:rPr lang="en-US" sz="2400" dirty="0" err="1"/>
              <a:t>lebih</a:t>
            </a:r>
            <a:r>
              <a:rPr lang="en-US" sz="2400" dirty="0"/>
              <a:t> </a:t>
            </a:r>
            <a:r>
              <a:rPr lang="en-US" sz="2400" dirty="0" err="1"/>
              <a:t>mudah</a:t>
            </a:r>
            <a:r>
              <a:rPr lang="en-US" sz="2400" dirty="0"/>
              <a:t> dan </a:t>
            </a:r>
            <a:r>
              <a:rPr lang="en-US" sz="2400" dirty="0" err="1"/>
              <a:t>rapi</a:t>
            </a:r>
            <a:r>
              <a:rPr lang="en-US" sz="2400" dirty="0"/>
              <a:t>.</a:t>
            </a:r>
          </a:p>
          <a:p>
            <a:endParaRPr lang="en-US" sz="2400" dirty="0"/>
          </a:p>
          <a:p>
            <a:r>
              <a:rPr lang="en-US" sz="2400" b="1" dirty="0" err="1"/>
              <a:t>Informasi</a:t>
            </a:r>
            <a:r>
              <a:rPr lang="en-US" sz="2400" b="1" dirty="0"/>
              <a:t> yang </a:t>
            </a:r>
            <a:r>
              <a:rPr lang="en-US" sz="2400" b="1" dirty="0" err="1"/>
              <a:t>dikelola</a:t>
            </a:r>
            <a:r>
              <a:rPr lang="en-US" sz="2400" b="1" dirty="0"/>
              <a:t>:</a:t>
            </a:r>
            <a:endParaRPr lang="en-US" sz="2400" dirty="0"/>
          </a:p>
          <a:p>
            <a:pPr>
              <a:buFont typeface="Arial" panose="020B0604020202020204" pitchFamily="34" charset="0"/>
              <a:buChar char="•"/>
            </a:pPr>
            <a:r>
              <a:rPr lang="en-US" sz="2400" dirty="0"/>
              <a:t>ID </a:t>
            </a:r>
            <a:r>
              <a:rPr lang="en-US" sz="2400" dirty="0" err="1"/>
              <a:t>Pelanggan</a:t>
            </a:r>
            <a:r>
              <a:rPr lang="en-US" sz="2400" dirty="0"/>
              <a:t> </a:t>
            </a:r>
          </a:p>
          <a:p>
            <a:pPr>
              <a:buFont typeface="Arial" panose="020B0604020202020204" pitchFamily="34" charset="0"/>
              <a:buChar char="•"/>
            </a:pPr>
            <a:r>
              <a:rPr lang="en-US" sz="2400" dirty="0"/>
              <a:t>Nama </a:t>
            </a:r>
          </a:p>
          <a:p>
            <a:pPr>
              <a:buFont typeface="Arial" panose="020B0604020202020204" pitchFamily="34" charset="0"/>
              <a:buChar char="•"/>
            </a:pPr>
            <a:r>
              <a:rPr lang="en-US" sz="2400" dirty="0" err="1"/>
              <a:t>Nomor</a:t>
            </a:r>
            <a:r>
              <a:rPr lang="en-US" sz="2400" dirty="0"/>
              <a:t> HP </a:t>
            </a:r>
          </a:p>
          <a:p>
            <a:pPr>
              <a:buFont typeface="Arial" panose="020B0604020202020204" pitchFamily="34" charset="0"/>
              <a:buChar char="•"/>
            </a:pPr>
            <a:r>
              <a:rPr lang="en-US" sz="2400" dirty="0"/>
              <a:t>Alamat </a:t>
            </a:r>
          </a:p>
          <a:p>
            <a:pPr>
              <a:buFont typeface="Arial" panose="020B0604020202020204" pitchFamily="34" charset="0"/>
              <a:buChar char="•"/>
            </a:pPr>
            <a:r>
              <a:rPr lang="en-US" sz="2400" dirty="0" err="1"/>
              <a:t>Nomor</a:t>
            </a:r>
            <a:r>
              <a:rPr lang="en-US" sz="2400" dirty="0"/>
              <a:t> KTP </a:t>
            </a:r>
          </a:p>
          <a:p>
            <a:r>
              <a:rPr lang="en-US" sz="2400" dirty="0"/>
              <a:t>Data </a:t>
            </a:r>
            <a:r>
              <a:rPr lang="en-US" sz="2400" dirty="0" err="1"/>
              <a:t>pelanggan</a:t>
            </a:r>
            <a:r>
              <a:rPr lang="en-US" sz="2400" dirty="0"/>
              <a:t> </a:t>
            </a:r>
            <a:r>
              <a:rPr lang="en-US" sz="2400" dirty="0" err="1"/>
              <a:t>dapat</a:t>
            </a:r>
            <a:r>
              <a:rPr lang="en-US" sz="2400" dirty="0"/>
              <a:t> </a:t>
            </a:r>
            <a:r>
              <a:rPr lang="en-US" sz="2400" dirty="0" err="1"/>
              <a:t>ditambahkan</a:t>
            </a:r>
            <a:r>
              <a:rPr lang="en-US" sz="2400" dirty="0"/>
              <a:t>, </a:t>
            </a:r>
            <a:r>
              <a:rPr lang="en-US" sz="2400" dirty="0" err="1"/>
              <a:t>diubah</a:t>
            </a:r>
            <a:r>
              <a:rPr lang="en-US" sz="2400" dirty="0"/>
              <a:t>, </a:t>
            </a:r>
            <a:r>
              <a:rPr lang="en-US" sz="2400" dirty="0" err="1"/>
              <a:t>dihapus</a:t>
            </a:r>
            <a:r>
              <a:rPr lang="en-US" sz="2400" dirty="0"/>
              <a:t>, dan </a:t>
            </a:r>
            <a:r>
              <a:rPr lang="en-US" sz="2400" dirty="0" err="1"/>
              <a:t>ditampilkan</a:t>
            </a:r>
            <a:r>
              <a:rPr lang="en-US" sz="2400" dirty="0"/>
              <a:t> pada </a:t>
            </a:r>
            <a:r>
              <a:rPr lang="en-US" sz="2400" dirty="0" err="1"/>
              <a:t>tabel</a:t>
            </a:r>
            <a:r>
              <a:rPr lang="en-US" sz="2400" dirty="0"/>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C3E7FC">
                <a:alpha val="100000"/>
              </a:srgbClr>
            </a:gs>
            <a:gs pos="100000">
              <a:srgbClr val="2F3659">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Freeform 2"/>
          <p:cNvSpPr/>
          <p:nvPr/>
        </p:nvSpPr>
        <p:spPr>
          <a:xfrm>
            <a:off x="-606333" y="4342989"/>
            <a:ext cx="19500667" cy="5354087"/>
          </a:xfrm>
          <a:custGeom>
            <a:avLst/>
            <a:gdLst/>
            <a:ahLst/>
            <a:cxnLst/>
            <a:rect l="l" t="t" r="r" b="b"/>
            <a:pathLst>
              <a:path w="19500667" h="5354087">
                <a:moveTo>
                  <a:pt x="0" y="0"/>
                </a:moveTo>
                <a:lnTo>
                  <a:pt x="19500666" y="0"/>
                </a:lnTo>
                <a:lnTo>
                  <a:pt x="19500666" y="5354088"/>
                </a:lnTo>
                <a:lnTo>
                  <a:pt x="0" y="5354088"/>
                </a:lnTo>
                <a:lnTo>
                  <a:pt x="0" y="0"/>
                </a:lnTo>
                <a:close/>
              </a:path>
            </a:pathLst>
          </a:custGeom>
          <a:blipFill>
            <a:blip r:embed="rId2">
              <a:alphaModFix amt="54000"/>
              <a:extLst>
                <a:ext uri="{96DAC541-7B7A-43D3-8B79-37D633B846F1}">
                  <asvg:svgBlip xmlns:asvg="http://schemas.microsoft.com/office/drawing/2016/SVG/main" r:embed="rId3"/>
                </a:ext>
              </a:extLst>
            </a:blip>
            <a:stretch>
              <a:fillRect/>
            </a:stretch>
          </a:blipFill>
        </p:spPr>
      </p:sp>
      <p:sp>
        <p:nvSpPr>
          <p:cNvPr id="3" name="Freeform 3"/>
          <p:cNvSpPr/>
          <p:nvPr/>
        </p:nvSpPr>
        <p:spPr>
          <a:xfrm>
            <a:off x="12166260" y="-410559"/>
            <a:ext cx="4424434" cy="2501816"/>
          </a:xfrm>
          <a:custGeom>
            <a:avLst/>
            <a:gdLst/>
            <a:ahLst/>
            <a:cxnLst/>
            <a:rect l="l" t="t" r="r" b="b"/>
            <a:pathLst>
              <a:path w="4424434" h="2501816">
                <a:moveTo>
                  <a:pt x="0" y="0"/>
                </a:moveTo>
                <a:lnTo>
                  <a:pt x="4424435" y="0"/>
                </a:lnTo>
                <a:lnTo>
                  <a:pt x="4424435" y="2501817"/>
                </a:lnTo>
                <a:lnTo>
                  <a:pt x="0" y="2501817"/>
                </a:lnTo>
                <a:lnTo>
                  <a:pt x="0" y="0"/>
                </a:lnTo>
                <a:close/>
              </a:path>
            </a:pathLst>
          </a:custGeom>
          <a:blipFill>
            <a:blip r:embed="rId4">
              <a:alphaModFix amt="25000"/>
              <a:extLst>
                <a:ext uri="{96DAC541-7B7A-43D3-8B79-37D633B846F1}">
                  <asvg:svgBlip xmlns:asvg="http://schemas.microsoft.com/office/drawing/2016/SVG/main" r:embed="rId5"/>
                </a:ext>
              </a:extLst>
            </a:blip>
            <a:stretch>
              <a:fillRect/>
            </a:stretch>
          </a:blipFill>
        </p:spPr>
      </p:sp>
      <p:grpSp>
        <p:nvGrpSpPr>
          <p:cNvPr id="4" name="Group 4"/>
          <p:cNvGrpSpPr/>
          <p:nvPr/>
        </p:nvGrpSpPr>
        <p:grpSpPr>
          <a:xfrm>
            <a:off x="1028700" y="1624115"/>
            <a:ext cx="16230600" cy="7634185"/>
            <a:chOff x="0" y="0"/>
            <a:chExt cx="4274726" cy="2010650"/>
          </a:xfrm>
        </p:grpSpPr>
        <p:sp>
          <p:nvSpPr>
            <p:cNvPr id="5" name="Freeform 5"/>
            <p:cNvSpPr/>
            <p:nvPr/>
          </p:nvSpPr>
          <p:spPr>
            <a:xfrm>
              <a:off x="0" y="0"/>
              <a:ext cx="4274726" cy="2010650"/>
            </a:xfrm>
            <a:custGeom>
              <a:avLst/>
              <a:gdLst/>
              <a:ahLst/>
              <a:cxnLst/>
              <a:rect l="l" t="t" r="r" b="b"/>
              <a:pathLst>
                <a:path w="4274726" h="2010650">
                  <a:moveTo>
                    <a:pt x="12879" y="0"/>
                  </a:moveTo>
                  <a:lnTo>
                    <a:pt x="4261847" y="0"/>
                  </a:lnTo>
                  <a:cubicBezTo>
                    <a:pt x="4268960" y="0"/>
                    <a:pt x="4274726" y="5766"/>
                    <a:pt x="4274726" y="12879"/>
                  </a:cubicBezTo>
                  <a:lnTo>
                    <a:pt x="4274726" y="1997771"/>
                  </a:lnTo>
                  <a:cubicBezTo>
                    <a:pt x="4274726" y="2001186"/>
                    <a:pt x="4273369" y="2004462"/>
                    <a:pt x="4270954" y="2006878"/>
                  </a:cubicBezTo>
                  <a:cubicBezTo>
                    <a:pt x="4268539" y="2009293"/>
                    <a:pt x="4265263" y="2010650"/>
                    <a:pt x="4261847" y="2010650"/>
                  </a:cubicBezTo>
                  <a:lnTo>
                    <a:pt x="12879" y="2010650"/>
                  </a:lnTo>
                  <a:cubicBezTo>
                    <a:pt x="5766" y="2010650"/>
                    <a:pt x="0" y="2004883"/>
                    <a:pt x="0" y="1997771"/>
                  </a:cubicBezTo>
                  <a:lnTo>
                    <a:pt x="0" y="12879"/>
                  </a:lnTo>
                  <a:cubicBezTo>
                    <a:pt x="0" y="5766"/>
                    <a:pt x="5766" y="0"/>
                    <a:pt x="12879" y="0"/>
                  </a:cubicBezTo>
                  <a:close/>
                </a:path>
              </a:pathLst>
            </a:custGeom>
            <a:solidFill>
              <a:srgbClr val="FFFFFF"/>
            </a:solidFill>
          </p:spPr>
        </p:sp>
        <p:sp>
          <p:nvSpPr>
            <p:cNvPr id="6" name="TextBox 6"/>
            <p:cNvSpPr txBox="1"/>
            <p:nvPr/>
          </p:nvSpPr>
          <p:spPr>
            <a:xfrm>
              <a:off x="0" y="-38100"/>
              <a:ext cx="4274726" cy="2048750"/>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2011736" y="845640"/>
            <a:ext cx="5613387" cy="8595719"/>
          </a:xfrm>
          <a:custGeom>
            <a:avLst/>
            <a:gdLst/>
            <a:ahLst/>
            <a:cxnLst/>
            <a:rect l="l" t="t" r="r" b="b"/>
            <a:pathLst>
              <a:path w="5613387" h="8595719">
                <a:moveTo>
                  <a:pt x="0" y="0"/>
                </a:moveTo>
                <a:lnTo>
                  <a:pt x="5613387" y="0"/>
                </a:lnTo>
                <a:lnTo>
                  <a:pt x="5613387" y="8595720"/>
                </a:lnTo>
                <a:lnTo>
                  <a:pt x="0" y="859572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8" name="Group 8"/>
          <p:cNvGrpSpPr/>
          <p:nvPr/>
        </p:nvGrpSpPr>
        <p:grpSpPr>
          <a:xfrm>
            <a:off x="-1562147" y="9258300"/>
            <a:ext cx="21205933" cy="8243149"/>
            <a:chOff x="0" y="0"/>
            <a:chExt cx="5585102" cy="2171035"/>
          </a:xfrm>
        </p:grpSpPr>
        <p:sp>
          <p:nvSpPr>
            <p:cNvPr id="9" name="Freeform 9"/>
            <p:cNvSpPr/>
            <p:nvPr/>
          </p:nvSpPr>
          <p:spPr>
            <a:xfrm>
              <a:off x="0" y="0"/>
              <a:ext cx="5585102" cy="2171035"/>
            </a:xfrm>
            <a:custGeom>
              <a:avLst/>
              <a:gdLst/>
              <a:ahLst/>
              <a:cxnLst/>
              <a:rect l="l" t="t" r="r" b="b"/>
              <a:pathLst>
                <a:path w="5585102" h="2171035">
                  <a:moveTo>
                    <a:pt x="0" y="0"/>
                  </a:moveTo>
                  <a:lnTo>
                    <a:pt x="5585102" y="0"/>
                  </a:lnTo>
                  <a:lnTo>
                    <a:pt x="5585102" y="2171035"/>
                  </a:lnTo>
                  <a:lnTo>
                    <a:pt x="0" y="2171035"/>
                  </a:lnTo>
                  <a:close/>
                </a:path>
              </a:pathLst>
            </a:custGeom>
            <a:solidFill>
              <a:srgbClr val="3E3B39"/>
            </a:solidFill>
          </p:spPr>
        </p:sp>
        <p:sp>
          <p:nvSpPr>
            <p:cNvPr id="10" name="TextBox 10"/>
            <p:cNvSpPr txBox="1"/>
            <p:nvPr/>
          </p:nvSpPr>
          <p:spPr>
            <a:xfrm>
              <a:off x="0" y="-9525"/>
              <a:ext cx="5585102" cy="2180560"/>
            </a:xfrm>
            <a:prstGeom prst="rect">
              <a:avLst/>
            </a:prstGeom>
          </p:spPr>
          <p:txBody>
            <a:bodyPr lIns="50800" tIns="50800" rIns="50800" bIns="50800" rtlCol="0" anchor="ctr"/>
            <a:lstStyle/>
            <a:p>
              <a:pPr algn="ctr">
                <a:lnSpc>
                  <a:spcPts val="2363"/>
                </a:lnSpc>
              </a:pPr>
              <a:endParaRPr/>
            </a:p>
          </p:txBody>
        </p:sp>
      </p:grpSp>
      <p:grpSp>
        <p:nvGrpSpPr>
          <p:cNvPr id="11" name="Group 11"/>
          <p:cNvGrpSpPr/>
          <p:nvPr/>
        </p:nvGrpSpPr>
        <p:grpSpPr>
          <a:xfrm>
            <a:off x="553409" y="9739067"/>
            <a:ext cx="17181183" cy="110498"/>
            <a:chOff x="0" y="0"/>
            <a:chExt cx="22908243" cy="147331"/>
          </a:xfrm>
        </p:grpSpPr>
        <p:grpSp>
          <p:nvGrpSpPr>
            <p:cNvPr id="12" name="Group 12"/>
            <p:cNvGrpSpPr/>
            <p:nvPr/>
          </p:nvGrpSpPr>
          <p:grpSpPr>
            <a:xfrm>
              <a:off x="0" y="0"/>
              <a:ext cx="3092220" cy="147331"/>
              <a:chOff x="0" y="0"/>
              <a:chExt cx="610809" cy="29102"/>
            </a:xfrm>
          </p:grpSpPr>
          <p:sp>
            <p:nvSpPr>
              <p:cNvPr id="13" name="Freeform 13"/>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sp>
          <p:sp>
            <p:nvSpPr>
              <p:cNvPr id="14" name="TextBox 14"/>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15" name="Group 15"/>
            <p:cNvGrpSpPr/>
            <p:nvPr/>
          </p:nvGrpSpPr>
          <p:grpSpPr>
            <a:xfrm>
              <a:off x="3968711" y="0"/>
              <a:ext cx="3092220" cy="147331"/>
              <a:chOff x="0" y="0"/>
              <a:chExt cx="610809" cy="29102"/>
            </a:xfrm>
          </p:grpSpPr>
          <p:sp>
            <p:nvSpPr>
              <p:cNvPr id="16" name="Freeform 16"/>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sp>
          <p:sp>
            <p:nvSpPr>
              <p:cNvPr id="17" name="TextBox 17"/>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18" name="Group 18"/>
            <p:cNvGrpSpPr/>
            <p:nvPr/>
          </p:nvGrpSpPr>
          <p:grpSpPr>
            <a:xfrm>
              <a:off x="7937231" y="0"/>
              <a:ext cx="3092220" cy="147331"/>
              <a:chOff x="0" y="0"/>
              <a:chExt cx="610809" cy="29102"/>
            </a:xfrm>
          </p:grpSpPr>
          <p:sp>
            <p:nvSpPr>
              <p:cNvPr id="19" name="Freeform 19"/>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sp>
          <p:sp>
            <p:nvSpPr>
              <p:cNvPr id="20" name="TextBox 20"/>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21" name="Group 21"/>
            <p:cNvGrpSpPr/>
            <p:nvPr/>
          </p:nvGrpSpPr>
          <p:grpSpPr>
            <a:xfrm>
              <a:off x="11905941" y="0"/>
              <a:ext cx="3092220" cy="147331"/>
              <a:chOff x="0" y="0"/>
              <a:chExt cx="610809" cy="29102"/>
            </a:xfrm>
          </p:grpSpPr>
          <p:sp>
            <p:nvSpPr>
              <p:cNvPr id="22" name="Freeform 22"/>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sp>
          <p:sp>
            <p:nvSpPr>
              <p:cNvPr id="23" name="TextBox 23"/>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24" name="Group 24"/>
            <p:cNvGrpSpPr/>
            <p:nvPr/>
          </p:nvGrpSpPr>
          <p:grpSpPr>
            <a:xfrm>
              <a:off x="15847313" y="0"/>
              <a:ext cx="3092220" cy="147331"/>
              <a:chOff x="0" y="0"/>
              <a:chExt cx="610809" cy="29102"/>
            </a:xfrm>
          </p:grpSpPr>
          <p:sp>
            <p:nvSpPr>
              <p:cNvPr id="25" name="Freeform 25"/>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sp>
          <p:sp>
            <p:nvSpPr>
              <p:cNvPr id="26" name="TextBox 26"/>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27" name="Group 27"/>
            <p:cNvGrpSpPr/>
            <p:nvPr/>
          </p:nvGrpSpPr>
          <p:grpSpPr>
            <a:xfrm>
              <a:off x="19816024" y="0"/>
              <a:ext cx="3092220" cy="147331"/>
              <a:chOff x="0" y="0"/>
              <a:chExt cx="610809" cy="29102"/>
            </a:xfrm>
          </p:grpSpPr>
          <p:sp>
            <p:nvSpPr>
              <p:cNvPr id="28" name="Freeform 28"/>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sp>
          <p:sp>
            <p:nvSpPr>
              <p:cNvPr id="29" name="TextBox 29"/>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sp>
        <p:nvSpPr>
          <p:cNvPr id="30" name="Freeform 30"/>
          <p:cNvSpPr/>
          <p:nvPr/>
        </p:nvSpPr>
        <p:spPr>
          <a:xfrm rot="1574474">
            <a:off x="2411870" y="686300"/>
            <a:ext cx="323464" cy="308100"/>
          </a:xfrm>
          <a:custGeom>
            <a:avLst/>
            <a:gdLst/>
            <a:ahLst/>
            <a:cxnLst/>
            <a:rect l="l" t="t" r="r" b="b"/>
            <a:pathLst>
              <a:path w="323464" h="308100">
                <a:moveTo>
                  <a:pt x="0" y="0"/>
                </a:moveTo>
                <a:lnTo>
                  <a:pt x="323465" y="0"/>
                </a:lnTo>
                <a:lnTo>
                  <a:pt x="323465" y="308099"/>
                </a:lnTo>
                <a:lnTo>
                  <a:pt x="0" y="30809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31" name="Freeform 31"/>
          <p:cNvSpPr/>
          <p:nvPr/>
        </p:nvSpPr>
        <p:spPr>
          <a:xfrm>
            <a:off x="-269127" y="8395327"/>
            <a:ext cx="3870777" cy="869522"/>
          </a:xfrm>
          <a:custGeom>
            <a:avLst/>
            <a:gdLst/>
            <a:ahLst/>
            <a:cxnLst/>
            <a:rect l="l" t="t" r="r" b="b"/>
            <a:pathLst>
              <a:path w="3870777" h="869522">
                <a:moveTo>
                  <a:pt x="0" y="0"/>
                </a:moveTo>
                <a:lnTo>
                  <a:pt x="3870778" y="0"/>
                </a:lnTo>
                <a:lnTo>
                  <a:pt x="3870778" y="869523"/>
                </a:lnTo>
                <a:lnTo>
                  <a:pt x="0" y="869523"/>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32" name="Freeform 32"/>
          <p:cNvSpPr/>
          <p:nvPr/>
        </p:nvSpPr>
        <p:spPr>
          <a:xfrm>
            <a:off x="1838732" y="8395327"/>
            <a:ext cx="3870777" cy="869522"/>
          </a:xfrm>
          <a:custGeom>
            <a:avLst/>
            <a:gdLst/>
            <a:ahLst/>
            <a:cxnLst/>
            <a:rect l="l" t="t" r="r" b="b"/>
            <a:pathLst>
              <a:path w="3870777" h="869522">
                <a:moveTo>
                  <a:pt x="0" y="0"/>
                </a:moveTo>
                <a:lnTo>
                  <a:pt x="3870777" y="0"/>
                </a:lnTo>
                <a:lnTo>
                  <a:pt x="3870777" y="869523"/>
                </a:lnTo>
                <a:lnTo>
                  <a:pt x="0" y="869523"/>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33" name="Freeform 33"/>
          <p:cNvSpPr/>
          <p:nvPr/>
        </p:nvSpPr>
        <p:spPr>
          <a:xfrm>
            <a:off x="10447226" y="7419525"/>
            <a:ext cx="7315200" cy="2753175"/>
          </a:xfrm>
          <a:custGeom>
            <a:avLst/>
            <a:gdLst/>
            <a:ahLst/>
            <a:cxnLst/>
            <a:rect l="l" t="t" r="r" b="b"/>
            <a:pathLst>
              <a:path w="7315200" h="2753175">
                <a:moveTo>
                  <a:pt x="0" y="0"/>
                </a:moveTo>
                <a:lnTo>
                  <a:pt x="7315200" y="0"/>
                </a:lnTo>
                <a:lnTo>
                  <a:pt x="7315200" y="2753175"/>
                </a:lnTo>
                <a:lnTo>
                  <a:pt x="0" y="2753175"/>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34" name="Freeform 34"/>
          <p:cNvSpPr/>
          <p:nvPr/>
        </p:nvSpPr>
        <p:spPr>
          <a:xfrm rot="-2459989">
            <a:off x="16678542" y="2347467"/>
            <a:ext cx="808429" cy="1141985"/>
          </a:xfrm>
          <a:custGeom>
            <a:avLst/>
            <a:gdLst/>
            <a:ahLst/>
            <a:cxnLst/>
            <a:rect l="l" t="t" r="r" b="b"/>
            <a:pathLst>
              <a:path w="808429" h="1141985">
                <a:moveTo>
                  <a:pt x="0" y="0"/>
                </a:moveTo>
                <a:lnTo>
                  <a:pt x="808429" y="0"/>
                </a:lnTo>
                <a:lnTo>
                  <a:pt x="808429" y="1141985"/>
                </a:lnTo>
                <a:lnTo>
                  <a:pt x="0" y="1141985"/>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35" name="Freeform 35"/>
          <p:cNvSpPr/>
          <p:nvPr/>
        </p:nvSpPr>
        <p:spPr>
          <a:xfrm rot="1574474">
            <a:off x="17513181" y="5235068"/>
            <a:ext cx="442821" cy="421787"/>
          </a:xfrm>
          <a:custGeom>
            <a:avLst/>
            <a:gdLst/>
            <a:ahLst/>
            <a:cxnLst/>
            <a:rect l="l" t="t" r="r" b="b"/>
            <a:pathLst>
              <a:path w="442821" h="421787">
                <a:moveTo>
                  <a:pt x="0" y="0"/>
                </a:moveTo>
                <a:lnTo>
                  <a:pt x="442821" y="0"/>
                </a:lnTo>
                <a:lnTo>
                  <a:pt x="442821" y="421787"/>
                </a:lnTo>
                <a:lnTo>
                  <a:pt x="0" y="42178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36" name="Freeform 36"/>
          <p:cNvSpPr/>
          <p:nvPr/>
        </p:nvSpPr>
        <p:spPr>
          <a:xfrm>
            <a:off x="3529942" y="2137048"/>
            <a:ext cx="6917284" cy="6054452"/>
          </a:xfrm>
          <a:custGeom>
            <a:avLst/>
            <a:gdLst/>
            <a:ahLst/>
            <a:cxnLst/>
            <a:rect l="l" t="t" r="r" b="b"/>
            <a:pathLst>
              <a:path w="9825956" h="5644962">
                <a:moveTo>
                  <a:pt x="0" y="0"/>
                </a:moveTo>
                <a:lnTo>
                  <a:pt x="9825956" y="0"/>
                </a:lnTo>
                <a:lnTo>
                  <a:pt x="9825956" y="5644962"/>
                </a:lnTo>
                <a:lnTo>
                  <a:pt x="0" y="5644962"/>
                </a:lnTo>
                <a:lnTo>
                  <a:pt x="0" y="0"/>
                </a:lnTo>
                <a:close/>
              </a:path>
            </a:pathLst>
          </a:custGeom>
          <a:blipFill>
            <a:blip r:embed="rId18"/>
            <a:stretch>
              <a:fillRect/>
            </a:stretch>
          </a:blipFill>
        </p:spPr>
      </p:sp>
      <p:sp>
        <p:nvSpPr>
          <p:cNvPr id="37" name="TextBox 37"/>
          <p:cNvSpPr txBox="1"/>
          <p:nvPr/>
        </p:nvSpPr>
        <p:spPr>
          <a:xfrm>
            <a:off x="4133759" y="1181536"/>
            <a:ext cx="12096841" cy="961802"/>
          </a:xfrm>
          <a:prstGeom prst="rect">
            <a:avLst/>
          </a:prstGeom>
        </p:spPr>
        <p:txBody>
          <a:bodyPr wrap="square" lIns="0" tIns="0" rIns="0" bIns="0" rtlCol="0" anchor="t">
            <a:spAutoFit/>
          </a:bodyPr>
          <a:lstStyle/>
          <a:p>
            <a:pPr marL="0" lvl="0" indent="0" algn="l">
              <a:lnSpc>
                <a:spcPts val="7516"/>
              </a:lnSpc>
              <a:spcBef>
                <a:spcPct val="0"/>
              </a:spcBef>
            </a:pPr>
            <a:r>
              <a:rPr lang="en-US" sz="10021" dirty="0">
                <a:solidFill>
                  <a:srgbClr val="F9C324"/>
                </a:solidFill>
                <a:latin typeface="Cubao"/>
                <a:ea typeface="Cubao"/>
                <a:cs typeface="Cubao"/>
                <a:sym typeface="Cubao"/>
              </a:rPr>
              <a:t>TRANSAKSI RENTAL</a:t>
            </a:r>
          </a:p>
        </p:txBody>
      </p:sp>
      <p:sp>
        <p:nvSpPr>
          <p:cNvPr id="39" name="TextBox 38">
            <a:extLst>
              <a:ext uri="{FF2B5EF4-FFF2-40B4-BE49-F238E27FC236}">
                <a16:creationId xmlns:a16="http://schemas.microsoft.com/office/drawing/2014/main" id="{541BF4D1-FC4C-46E4-BFA6-FD3B9A43BBD5}"/>
              </a:ext>
            </a:extLst>
          </p:cNvPr>
          <p:cNvSpPr txBox="1"/>
          <p:nvPr/>
        </p:nvSpPr>
        <p:spPr>
          <a:xfrm>
            <a:off x="10896029" y="2242721"/>
            <a:ext cx="5944171" cy="5262979"/>
          </a:xfrm>
          <a:prstGeom prst="rect">
            <a:avLst/>
          </a:prstGeom>
          <a:noFill/>
        </p:spPr>
        <p:txBody>
          <a:bodyPr wrap="square">
            <a:spAutoFit/>
          </a:bodyPr>
          <a:lstStyle/>
          <a:p>
            <a:r>
              <a:rPr lang="en-US" sz="2100" dirty="0"/>
              <a:t>Menu </a:t>
            </a:r>
            <a:r>
              <a:rPr lang="en-US" sz="2100" b="1" dirty="0" err="1"/>
              <a:t>Transaksi</a:t>
            </a:r>
            <a:r>
              <a:rPr lang="en-US" sz="2100" b="1" dirty="0"/>
              <a:t> Rental</a:t>
            </a:r>
            <a:r>
              <a:rPr lang="en-US" sz="2100" dirty="0"/>
              <a:t> </a:t>
            </a:r>
            <a:r>
              <a:rPr lang="en-US" sz="2100" dirty="0" err="1"/>
              <a:t>digunakan</a:t>
            </a:r>
            <a:r>
              <a:rPr lang="en-US" sz="2100" dirty="0"/>
              <a:t> </a:t>
            </a:r>
            <a:r>
              <a:rPr lang="en-US" sz="2100" dirty="0" err="1"/>
              <a:t>untuk</a:t>
            </a:r>
            <a:r>
              <a:rPr lang="en-US" sz="2100" dirty="0"/>
              <a:t> </a:t>
            </a:r>
            <a:r>
              <a:rPr lang="en-US" sz="2100" dirty="0" err="1"/>
              <a:t>mencatat</a:t>
            </a:r>
            <a:r>
              <a:rPr lang="en-US" sz="2100" dirty="0"/>
              <a:t> proses </a:t>
            </a:r>
            <a:r>
              <a:rPr lang="en-US" sz="2100" dirty="0" err="1"/>
              <a:t>penyewaan</a:t>
            </a:r>
            <a:r>
              <a:rPr lang="en-US" sz="2100" dirty="0"/>
              <a:t> </a:t>
            </a:r>
            <a:r>
              <a:rPr lang="en-US" sz="2100" dirty="0" err="1"/>
              <a:t>mobil</a:t>
            </a:r>
            <a:r>
              <a:rPr lang="en-US" sz="2100" dirty="0"/>
              <a:t> oleh </a:t>
            </a:r>
            <a:r>
              <a:rPr lang="en-US" sz="2100" dirty="0" err="1"/>
              <a:t>pelanggan</a:t>
            </a:r>
            <a:r>
              <a:rPr lang="en-US" sz="2100" dirty="0"/>
              <a:t>. </a:t>
            </a:r>
            <a:r>
              <a:rPr lang="en-US" sz="2100" dirty="0" err="1"/>
              <a:t>Sistem</a:t>
            </a:r>
            <a:r>
              <a:rPr lang="en-US" sz="2100" dirty="0"/>
              <a:t> </a:t>
            </a:r>
            <a:r>
              <a:rPr lang="en-US" sz="2100" dirty="0" err="1"/>
              <a:t>akan</a:t>
            </a:r>
            <a:r>
              <a:rPr lang="en-US" sz="2100" dirty="0"/>
              <a:t> </a:t>
            </a:r>
            <a:r>
              <a:rPr lang="en-US" sz="2100" dirty="0" err="1"/>
              <a:t>menyimpan</a:t>
            </a:r>
            <a:r>
              <a:rPr lang="en-US" sz="2100" dirty="0"/>
              <a:t> </a:t>
            </a:r>
            <a:r>
              <a:rPr lang="en-US" sz="2100" dirty="0" err="1"/>
              <a:t>seluruh</a:t>
            </a:r>
            <a:r>
              <a:rPr lang="en-US" sz="2100" dirty="0"/>
              <a:t> data </a:t>
            </a:r>
            <a:r>
              <a:rPr lang="en-US" sz="2100" dirty="0" err="1"/>
              <a:t>transaksi</a:t>
            </a:r>
            <a:r>
              <a:rPr lang="en-US" sz="2100" dirty="0"/>
              <a:t> dan </a:t>
            </a:r>
            <a:r>
              <a:rPr lang="en-US" sz="2100" dirty="0" err="1"/>
              <a:t>menghitung</a:t>
            </a:r>
            <a:r>
              <a:rPr lang="en-US" sz="2100" dirty="0"/>
              <a:t> total </a:t>
            </a:r>
            <a:r>
              <a:rPr lang="en-US" sz="2100" dirty="0" err="1"/>
              <a:t>biaya</a:t>
            </a:r>
            <a:r>
              <a:rPr lang="en-US" sz="2100" dirty="0"/>
              <a:t> </a:t>
            </a:r>
            <a:r>
              <a:rPr lang="en-US" sz="2100" dirty="0" err="1"/>
              <a:t>sewa</a:t>
            </a:r>
            <a:r>
              <a:rPr lang="en-US" sz="2100" dirty="0"/>
              <a:t> </a:t>
            </a:r>
            <a:r>
              <a:rPr lang="en-US" sz="2100" dirty="0" err="1"/>
              <a:t>berdasarkan</a:t>
            </a:r>
            <a:r>
              <a:rPr lang="en-US" sz="2100" dirty="0"/>
              <a:t> lama </a:t>
            </a:r>
            <a:r>
              <a:rPr lang="en-US" sz="2100" dirty="0" err="1"/>
              <a:t>penyewaan</a:t>
            </a:r>
            <a:r>
              <a:rPr lang="en-US" sz="2100" dirty="0"/>
              <a:t>.</a:t>
            </a:r>
          </a:p>
          <a:p>
            <a:r>
              <a:rPr lang="en-US" sz="2100" b="1" dirty="0"/>
              <a:t>Data yang </a:t>
            </a:r>
            <a:r>
              <a:rPr lang="en-US" sz="2100" b="1" dirty="0" err="1"/>
              <a:t>diinput</a:t>
            </a:r>
            <a:r>
              <a:rPr lang="en-US" sz="2100" b="1" dirty="0"/>
              <a:t>:</a:t>
            </a:r>
            <a:endParaRPr lang="en-US" sz="2100" dirty="0"/>
          </a:p>
          <a:p>
            <a:pPr>
              <a:buFont typeface="Arial" panose="020B0604020202020204" pitchFamily="34" charset="0"/>
              <a:buChar char="•"/>
            </a:pPr>
            <a:r>
              <a:rPr lang="en-US" sz="2100" dirty="0"/>
              <a:t>ID </a:t>
            </a:r>
            <a:r>
              <a:rPr lang="en-US" sz="2100" dirty="0" err="1"/>
              <a:t>Transaksi</a:t>
            </a:r>
            <a:r>
              <a:rPr lang="en-US" sz="2100" dirty="0"/>
              <a:t> </a:t>
            </a:r>
          </a:p>
          <a:p>
            <a:pPr>
              <a:buFont typeface="Arial" panose="020B0604020202020204" pitchFamily="34" charset="0"/>
              <a:buChar char="•"/>
            </a:pPr>
            <a:r>
              <a:rPr lang="en-US" sz="2100" dirty="0"/>
              <a:t>ID </a:t>
            </a:r>
            <a:r>
              <a:rPr lang="en-US" sz="2100" dirty="0" err="1"/>
              <a:t>Pelanggan</a:t>
            </a:r>
            <a:r>
              <a:rPr lang="en-US" sz="2100" dirty="0"/>
              <a:t> </a:t>
            </a:r>
          </a:p>
          <a:p>
            <a:pPr>
              <a:buFont typeface="Arial" panose="020B0604020202020204" pitchFamily="34" charset="0"/>
              <a:buChar char="•"/>
            </a:pPr>
            <a:r>
              <a:rPr lang="en-US" sz="2100" dirty="0"/>
              <a:t>ID Mobil </a:t>
            </a:r>
          </a:p>
          <a:p>
            <a:pPr>
              <a:buFont typeface="Arial" panose="020B0604020202020204" pitchFamily="34" charset="0"/>
              <a:buChar char="•"/>
            </a:pPr>
            <a:r>
              <a:rPr lang="en-US" sz="2100" dirty="0" err="1"/>
              <a:t>Tanggal</a:t>
            </a:r>
            <a:r>
              <a:rPr lang="en-US" sz="2100" dirty="0"/>
              <a:t> </a:t>
            </a:r>
            <a:r>
              <a:rPr lang="en-US" sz="2100" dirty="0" err="1"/>
              <a:t>Sewa</a:t>
            </a:r>
            <a:r>
              <a:rPr lang="en-US" sz="2100" dirty="0"/>
              <a:t> </a:t>
            </a:r>
          </a:p>
          <a:p>
            <a:pPr>
              <a:buFont typeface="Arial" panose="020B0604020202020204" pitchFamily="34" charset="0"/>
              <a:buChar char="•"/>
            </a:pPr>
            <a:r>
              <a:rPr lang="en-US" sz="2100" dirty="0"/>
              <a:t>Lama </a:t>
            </a:r>
            <a:r>
              <a:rPr lang="en-US" sz="2100" dirty="0" err="1"/>
              <a:t>Sewa</a:t>
            </a:r>
            <a:r>
              <a:rPr lang="en-US" sz="2100" dirty="0"/>
              <a:t> </a:t>
            </a:r>
          </a:p>
          <a:p>
            <a:pPr>
              <a:buFont typeface="Arial" panose="020B0604020202020204" pitchFamily="34" charset="0"/>
              <a:buChar char="•"/>
            </a:pPr>
            <a:r>
              <a:rPr lang="en-US" sz="2100" dirty="0"/>
              <a:t>Total Harga </a:t>
            </a:r>
          </a:p>
          <a:p>
            <a:pPr>
              <a:buFont typeface="Arial" panose="020B0604020202020204" pitchFamily="34" charset="0"/>
              <a:buChar char="•"/>
            </a:pPr>
            <a:r>
              <a:rPr lang="en-US" sz="2100" dirty="0"/>
              <a:t>Status Mobil </a:t>
            </a:r>
          </a:p>
          <a:p>
            <a:r>
              <a:rPr lang="en-US" sz="2100" dirty="0"/>
              <a:t>Setelah </a:t>
            </a:r>
            <a:r>
              <a:rPr lang="en-US" sz="2100" dirty="0" err="1"/>
              <a:t>transaksi</a:t>
            </a:r>
            <a:r>
              <a:rPr lang="en-US" sz="2100" dirty="0"/>
              <a:t> </a:t>
            </a:r>
            <a:r>
              <a:rPr lang="en-US" sz="2100" dirty="0" err="1"/>
              <a:t>berhasil</a:t>
            </a:r>
            <a:r>
              <a:rPr lang="en-US" sz="2100" dirty="0"/>
              <a:t> </a:t>
            </a:r>
            <a:r>
              <a:rPr lang="en-US" sz="2100" dirty="0" err="1"/>
              <a:t>disimpan</a:t>
            </a:r>
            <a:r>
              <a:rPr lang="en-US" sz="2100" dirty="0"/>
              <a:t>, status </a:t>
            </a:r>
            <a:r>
              <a:rPr lang="en-US" sz="2100" dirty="0" err="1"/>
              <a:t>mobil</a:t>
            </a:r>
            <a:r>
              <a:rPr lang="en-US" sz="2100" dirty="0"/>
              <a:t> </a:t>
            </a:r>
            <a:r>
              <a:rPr lang="en-US" sz="2100" dirty="0" err="1"/>
              <a:t>akan</a:t>
            </a:r>
            <a:r>
              <a:rPr lang="en-US" sz="2100" dirty="0"/>
              <a:t> </a:t>
            </a:r>
            <a:r>
              <a:rPr lang="en-US" sz="2100" dirty="0" err="1"/>
              <a:t>diperbarui</a:t>
            </a:r>
            <a:r>
              <a:rPr lang="en-US" sz="2100" dirty="0"/>
              <a:t> </a:t>
            </a:r>
            <a:r>
              <a:rPr lang="en-US" sz="2100" dirty="0" err="1"/>
              <a:t>sesuai</a:t>
            </a:r>
            <a:r>
              <a:rPr lang="en-US" sz="2100" dirty="0"/>
              <a:t> </a:t>
            </a:r>
            <a:r>
              <a:rPr lang="en-US" sz="2100" dirty="0" err="1"/>
              <a:t>kondisi</a:t>
            </a:r>
            <a:r>
              <a:rPr lang="en-US" sz="2100" dirty="0"/>
              <a:t> </a:t>
            </a:r>
            <a:r>
              <a:rPr lang="en-US" sz="2100" dirty="0" err="1"/>
              <a:t>penyewaan</a:t>
            </a:r>
            <a:r>
              <a:rPr lang="en-US" sz="2100" dirty="0"/>
              <a:t> </a:t>
            </a:r>
            <a:r>
              <a:rPr lang="en-US" sz="2100" dirty="0" err="1"/>
              <a:t>sehingga</a:t>
            </a:r>
            <a:r>
              <a:rPr lang="en-US" sz="2100" dirty="0"/>
              <a:t> data </a:t>
            </a:r>
            <a:r>
              <a:rPr lang="en-US" sz="2100" dirty="0" err="1"/>
              <a:t>tetap</a:t>
            </a:r>
            <a:r>
              <a:rPr lang="en-US" sz="2100" dirty="0"/>
              <a:t> </a:t>
            </a:r>
            <a:r>
              <a:rPr lang="en-US" sz="2100" dirty="0" err="1"/>
              <a:t>akurat</a:t>
            </a:r>
            <a:r>
              <a:rPr lang="en-US" sz="2100" dirty="0"/>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C3E7FC">
                <a:alpha val="100000"/>
              </a:srgbClr>
            </a:gs>
            <a:gs pos="100000">
              <a:srgbClr val="2F3659">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Freeform 2"/>
          <p:cNvSpPr/>
          <p:nvPr/>
        </p:nvSpPr>
        <p:spPr>
          <a:xfrm>
            <a:off x="-606333" y="4342989"/>
            <a:ext cx="19500667" cy="5354087"/>
          </a:xfrm>
          <a:custGeom>
            <a:avLst/>
            <a:gdLst/>
            <a:ahLst/>
            <a:cxnLst/>
            <a:rect l="l" t="t" r="r" b="b"/>
            <a:pathLst>
              <a:path w="19500667" h="5354087">
                <a:moveTo>
                  <a:pt x="0" y="0"/>
                </a:moveTo>
                <a:lnTo>
                  <a:pt x="19500666" y="0"/>
                </a:lnTo>
                <a:lnTo>
                  <a:pt x="19500666" y="5354088"/>
                </a:lnTo>
                <a:lnTo>
                  <a:pt x="0" y="5354088"/>
                </a:lnTo>
                <a:lnTo>
                  <a:pt x="0" y="0"/>
                </a:lnTo>
                <a:close/>
              </a:path>
            </a:pathLst>
          </a:custGeom>
          <a:blipFill>
            <a:blip r:embed="rId2">
              <a:alphaModFix amt="54000"/>
              <a:extLst>
                <a:ext uri="{96DAC541-7B7A-43D3-8B79-37D633B846F1}">
                  <asvg:svgBlip xmlns:asvg="http://schemas.microsoft.com/office/drawing/2016/SVG/main" r:embed="rId3"/>
                </a:ext>
              </a:extLst>
            </a:blip>
            <a:stretch>
              <a:fillRect/>
            </a:stretch>
          </a:blipFill>
        </p:spPr>
      </p:sp>
      <p:sp>
        <p:nvSpPr>
          <p:cNvPr id="3" name="Freeform 3"/>
          <p:cNvSpPr/>
          <p:nvPr/>
        </p:nvSpPr>
        <p:spPr>
          <a:xfrm>
            <a:off x="12166260" y="-410559"/>
            <a:ext cx="4424434" cy="2501816"/>
          </a:xfrm>
          <a:custGeom>
            <a:avLst/>
            <a:gdLst/>
            <a:ahLst/>
            <a:cxnLst/>
            <a:rect l="l" t="t" r="r" b="b"/>
            <a:pathLst>
              <a:path w="4424434" h="2501816">
                <a:moveTo>
                  <a:pt x="0" y="0"/>
                </a:moveTo>
                <a:lnTo>
                  <a:pt x="4424435" y="0"/>
                </a:lnTo>
                <a:lnTo>
                  <a:pt x="4424435" y="2501817"/>
                </a:lnTo>
                <a:lnTo>
                  <a:pt x="0" y="2501817"/>
                </a:lnTo>
                <a:lnTo>
                  <a:pt x="0" y="0"/>
                </a:lnTo>
                <a:close/>
              </a:path>
            </a:pathLst>
          </a:custGeom>
          <a:blipFill>
            <a:blip r:embed="rId4">
              <a:alphaModFix amt="25000"/>
              <a:extLst>
                <a:ext uri="{96DAC541-7B7A-43D3-8B79-37D633B846F1}">
                  <asvg:svgBlip xmlns:asvg="http://schemas.microsoft.com/office/drawing/2016/SVG/main" r:embed="rId5"/>
                </a:ext>
              </a:extLst>
            </a:blip>
            <a:stretch>
              <a:fillRect/>
            </a:stretch>
          </a:blipFill>
        </p:spPr>
      </p:sp>
      <p:grpSp>
        <p:nvGrpSpPr>
          <p:cNvPr id="4" name="Group 4"/>
          <p:cNvGrpSpPr/>
          <p:nvPr/>
        </p:nvGrpSpPr>
        <p:grpSpPr>
          <a:xfrm>
            <a:off x="1028700" y="1624115"/>
            <a:ext cx="16230600" cy="7634185"/>
            <a:chOff x="0" y="0"/>
            <a:chExt cx="4274726" cy="2010650"/>
          </a:xfrm>
        </p:grpSpPr>
        <p:sp>
          <p:nvSpPr>
            <p:cNvPr id="5" name="Freeform 5"/>
            <p:cNvSpPr/>
            <p:nvPr/>
          </p:nvSpPr>
          <p:spPr>
            <a:xfrm>
              <a:off x="0" y="0"/>
              <a:ext cx="4274726" cy="2010650"/>
            </a:xfrm>
            <a:custGeom>
              <a:avLst/>
              <a:gdLst/>
              <a:ahLst/>
              <a:cxnLst/>
              <a:rect l="l" t="t" r="r" b="b"/>
              <a:pathLst>
                <a:path w="4274726" h="2010650">
                  <a:moveTo>
                    <a:pt x="12879" y="0"/>
                  </a:moveTo>
                  <a:lnTo>
                    <a:pt x="4261847" y="0"/>
                  </a:lnTo>
                  <a:cubicBezTo>
                    <a:pt x="4268960" y="0"/>
                    <a:pt x="4274726" y="5766"/>
                    <a:pt x="4274726" y="12879"/>
                  </a:cubicBezTo>
                  <a:lnTo>
                    <a:pt x="4274726" y="1997771"/>
                  </a:lnTo>
                  <a:cubicBezTo>
                    <a:pt x="4274726" y="2001186"/>
                    <a:pt x="4273369" y="2004462"/>
                    <a:pt x="4270954" y="2006878"/>
                  </a:cubicBezTo>
                  <a:cubicBezTo>
                    <a:pt x="4268539" y="2009293"/>
                    <a:pt x="4265263" y="2010650"/>
                    <a:pt x="4261847" y="2010650"/>
                  </a:cubicBezTo>
                  <a:lnTo>
                    <a:pt x="12879" y="2010650"/>
                  </a:lnTo>
                  <a:cubicBezTo>
                    <a:pt x="5766" y="2010650"/>
                    <a:pt x="0" y="2004883"/>
                    <a:pt x="0" y="1997771"/>
                  </a:cubicBezTo>
                  <a:lnTo>
                    <a:pt x="0" y="12879"/>
                  </a:lnTo>
                  <a:cubicBezTo>
                    <a:pt x="0" y="5766"/>
                    <a:pt x="5766" y="0"/>
                    <a:pt x="12879" y="0"/>
                  </a:cubicBezTo>
                  <a:close/>
                </a:path>
              </a:pathLst>
            </a:custGeom>
            <a:solidFill>
              <a:srgbClr val="FFFFFF"/>
            </a:solidFill>
          </p:spPr>
        </p:sp>
        <p:sp>
          <p:nvSpPr>
            <p:cNvPr id="6" name="TextBox 6"/>
            <p:cNvSpPr txBox="1"/>
            <p:nvPr/>
          </p:nvSpPr>
          <p:spPr>
            <a:xfrm>
              <a:off x="0" y="-38100"/>
              <a:ext cx="4274726" cy="2048750"/>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2011736" y="845640"/>
            <a:ext cx="5613387" cy="8595719"/>
          </a:xfrm>
          <a:custGeom>
            <a:avLst/>
            <a:gdLst/>
            <a:ahLst/>
            <a:cxnLst/>
            <a:rect l="l" t="t" r="r" b="b"/>
            <a:pathLst>
              <a:path w="5613387" h="8595719">
                <a:moveTo>
                  <a:pt x="0" y="0"/>
                </a:moveTo>
                <a:lnTo>
                  <a:pt x="5613387" y="0"/>
                </a:lnTo>
                <a:lnTo>
                  <a:pt x="5613387" y="8595720"/>
                </a:lnTo>
                <a:lnTo>
                  <a:pt x="0" y="859572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8" name="Group 8"/>
          <p:cNvGrpSpPr/>
          <p:nvPr/>
        </p:nvGrpSpPr>
        <p:grpSpPr>
          <a:xfrm>
            <a:off x="-1562147" y="9258300"/>
            <a:ext cx="21205933" cy="8243149"/>
            <a:chOff x="0" y="0"/>
            <a:chExt cx="5585102" cy="2171035"/>
          </a:xfrm>
        </p:grpSpPr>
        <p:sp>
          <p:nvSpPr>
            <p:cNvPr id="9" name="Freeform 9"/>
            <p:cNvSpPr/>
            <p:nvPr/>
          </p:nvSpPr>
          <p:spPr>
            <a:xfrm>
              <a:off x="0" y="0"/>
              <a:ext cx="5585102" cy="2171035"/>
            </a:xfrm>
            <a:custGeom>
              <a:avLst/>
              <a:gdLst/>
              <a:ahLst/>
              <a:cxnLst/>
              <a:rect l="l" t="t" r="r" b="b"/>
              <a:pathLst>
                <a:path w="5585102" h="2171035">
                  <a:moveTo>
                    <a:pt x="0" y="0"/>
                  </a:moveTo>
                  <a:lnTo>
                    <a:pt x="5585102" y="0"/>
                  </a:lnTo>
                  <a:lnTo>
                    <a:pt x="5585102" y="2171035"/>
                  </a:lnTo>
                  <a:lnTo>
                    <a:pt x="0" y="2171035"/>
                  </a:lnTo>
                  <a:close/>
                </a:path>
              </a:pathLst>
            </a:custGeom>
            <a:solidFill>
              <a:srgbClr val="3E3B39"/>
            </a:solidFill>
          </p:spPr>
        </p:sp>
        <p:sp>
          <p:nvSpPr>
            <p:cNvPr id="10" name="TextBox 10"/>
            <p:cNvSpPr txBox="1"/>
            <p:nvPr/>
          </p:nvSpPr>
          <p:spPr>
            <a:xfrm>
              <a:off x="0" y="-9525"/>
              <a:ext cx="5585102" cy="2180560"/>
            </a:xfrm>
            <a:prstGeom prst="rect">
              <a:avLst/>
            </a:prstGeom>
          </p:spPr>
          <p:txBody>
            <a:bodyPr lIns="50800" tIns="50800" rIns="50800" bIns="50800" rtlCol="0" anchor="ctr"/>
            <a:lstStyle/>
            <a:p>
              <a:pPr algn="ctr">
                <a:lnSpc>
                  <a:spcPts val="2363"/>
                </a:lnSpc>
              </a:pPr>
              <a:endParaRPr/>
            </a:p>
          </p:txBody>
        </p:sp>
      </p:grpSp>
      <p:grpSp>
        <p:nvGrpSpPr>
          <p:cNvPr id="11" name="Group 11"/>
          <p:cNvGrpSpPr/>
          <p:nvPr/>
        </p:nvGrpSpPr>
        <p:grpSpPr>
          <a:xfrm>
            <a:off x="553409" y="9739067"/>
            <a:ext cx="17181183" cy="110498"/>
            <a:chOff x="0" y="0"/>
            <a:chExt cx="22908243" cy="147331"/>
          </a:xfrm>
        </p:grpSpPr>
        <p:grpSp>
          <p:nvGrpSpPr>
            <p:cNvPr id="12" name="Group 12"/>
            <p:cNvGrpSpPr/>
            <p:nvPr/>
          </p:nvGrpSpPr>
          <p:grpSpPr>
            <a:xfrm>
              <a:off x="0" y="0"/>
              <a:ext cx="3092220" cy="147331"/>
              <a:chOff x="0" y="0"/>
              <a:chExt cx="610809" cy="29102"/>
            </a:xfrm>
          </p:grpSpPr>
          <p:sp>
            <p:nvSpPr>
              <p:cNvPr id="13" name="Freeform 13"/>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sp>
          <p:sp>
            <p:nvSpPr>
              <p:cNvPr id="14" name="TextBox 14"/>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15" name="Group 15"/>
            <p:cNvGrpSpPr/>
            <p:nvPr/>
          </p:nvGrpSpPr>
          <p:grpSpPr>
            <a:xfrm>
              <a:off x="3968711" y="0"/>
              <a:ext cx="3092220" cy="147331"/>
              <a:chOff x="0" y="0"/>
              <a:chExt cx="610809" cy="29102"/>
            </a:xfrm>
          </p:grpSpPr>
          <p:sp>
            <p:nvSpPr>
              <p:cNvPr id="16" name="Freeform 16"/>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sp>
          <p:sp>
            <p:nvSpPr>
              <p:cNvPr id="17" name="TextBox 17"/>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18" name="Group 18"/>
            <p:cNvGrpSpPr/>
            <p:nvPr/>
          </p:nvGrpSpPr>
          <p:grpSpPr>
            <a:xfrm>
              <a:off x="7937231" y="0"/>
              <a:ext cx="3092220" cy="147331"/>
              <a:chOff x="0" y="0"/>
              <a:chExt cx="610809" cy="29102"/>
            </a:xfrm>
          </p:grpSpPr>
          <p:sp>
            <p:nvSpPr>
              <p:cNvPr id="19" name="Freeform 19"/>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sp>
          <p:sp>
            <p:nvSpPr>
              <p:cNvPr id="20" name="TextBox 20"/>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21" name="Group 21"/>
            <p:cNvGrpSpPr/>
            <p:nvPr/>
          </p:nvGrpSpPr>
          <p:grpSpPr>
            <a:xfrm>
              <a:off x="11905941" y="0"/>
              <a:ext cx="3092220" cy="147331"/>
              <a:chOff x="0" y="0"/>
              <a:chExt cx="610809" cy="29102"/>
            </a:xfrm>
          </p:grpSpPr>
          <p:sp>
            <p:nvSpPr>
              <p:cNvPr id="22" name="Freeform 22"/>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sp>
          <p:sp>
            <p:nvSpPr>
              <p:cNvPr id="23" name="TextBox 23"/>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24" name="Group 24"/>
            <p:cNvGrpSpPr/>
            <p:nvPr/>
          </p:nvGrpSpPr>
          <p:grpSpPr>
            <a:xfrm>
              <a:off x="15847313" y="0"/>
              <a:ext cx="3092220" cy="147331"/>
              <a:chOff x="0" y="0"/>
              <a:chExt cx="610809" cy="29102"/>
            </a:xfrm>
          </p:grpSpPr>
          <p:sp>
            <p:nvSpPr>
              <p:cNvPr id="25" name="Freeform 25"/>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sp>
          <p:sp>
            <p:nvSpPr>
              <p:cNvPr id="26" name="TextBox 26"/>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27" name="Group 27"/>
            <p:cNvGrpSpPr/>
            <p:nvPr/>
          </p:nvGrpSpPr>
          <p:grpSpPr>
            <a:xfrm>
              <a:off x="19816024" y="0"/>
              <a:ext cx="3092220" cy="147331"/>
              <a:chOff x="0" y="0"/>
              <a:chExt cx="610809" cy="29102"/>
            </a:xfrm>
          </p:grpSpPr>
          <p:sp>
            <p:nvSpPr>
              <p:cNvPr id="28" name="Freeform 28"/>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sp>
          <p:sp>
            <p:nvSpPr>
              <p:cNvPr id="29" name="TextBox 29"/>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sp>
        <p:nvSpPr>
          <p:cNvPr id="30" name="Freeform 30"/>
          <p:cNvSpPr/>
          <p:nvPr/>
        </p:nvSpPr>
        <p:spPr>
          <a:xfrm rot="1574474">
            <a:off x="2411870" y="686300"/>
            <a:ext cx="323464" cy="308100"/>
          </a:xfrm>
          <a:custGeom>
            <a:avLst/>
            <a:gdLst/>
            <a:ahLst/>
            <a:cxnLst/>
            <a:rect l="l" t="t" r="r" b="b"/>
            <a:pathLst>
              <a:path w="323464" h="308100">
                <a:moveTo>
                  <a:pt x="0" y="0"/>
                </a:moveTo>
                <a:lnTo>
                  <a:pt x="323465" y="0"/>
                </a:lnTo>
                <a:lnTo>
                  <a:pt x="323465" y="308099"/>
                </a:lnTo>
                <a:lnTo>
                  <a:pt x="0" y="30809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31" name="TextBox 31"/>
          <p:cNvSpPr txBox="1"/>
          <p:nvPr/>
        </p:nvSpPr>
        <p:spPr>
          <a:xfrm>
            <a:off x="4133758" y="2639262"/>
            <a:ext cx="9810841" cy="4259308"/>
          </a:xfrm>
          <a:prstGeom prst="rect">
            <a:avLst/>
          </a:prstGeom>
        </p:spPr>
        <p:txBody>
          <a:bodyPr wrap="square" lIns="0" tIns="0" rIns="0" bIns="0" rtlCol="0" anchor="t">
            <a:spAutoFit/>
          </a:bodyPr>
          <a:lstStyle/>
          <a:p>
            <a:pPr algn="l">
              <a:lnSpc>
                <a:spcPts val="4200"/>
              </a:lnSpc>
              <a:spcBef>
                <a:spcPct val="0"/>
              </a:spcBef>
            </a:pPr>
            <a:r>
              <a:rPr lang="en-US" sz="3200" dirty="0" err="1">
                <a:solidFill>
                  <a:srgbClr val="202124"/>
                </a:solidFill>
                <a:latin typeface="MS Reference Sans Serif" panose="020B0604030504040204" pitchFamily="34" charset="0"/>
                <a:ea typeface="Public Sans"/>
                <a:cs typeface="Public Sans"/>
                <a:sym typeface="Public Sans"/>
              </a:rPr>
              <a:t>Kendala</a:t>
            </a:r>
            <a:r>
              <a:rPr lang="en-US" sz="3200" dirty="0">
                <a:solidFill>
                  <a:srgbClr val="202124"/>
                </a:solidFill>
                <a:latin typeface="MS Reference Sans Serif" panose="020B0604030504040204" pitchFamily="34" charset="0"/>
                <a:ea typeface="Public Sans"/>
                <a:cs typeface="Public Sans"/>
                <a:sym typeface="Public Sans"/>
              </a:rPr>
              <a:t> </a:t>
            </a:r>
            <a:r>
              <a:rPr lang="en-US" sz="3200" dirty="0" err="1">
                <a:solidFill>
                  <a:srgbClr val="202124"/>
                </a:solidFill>
                <a:latin typeface="MS Reference Sans Serif" panose="020B0604030504040204" pitchFamily="34" charset="0"/>
                <a:ea typeface="Public Sans"/>
                <a:cs typeface="Public Sans"/>
                <a:sym typeface="Public Sans"/>
              </a:rPr>
              <a:t>utama</a:t>
            </a:r>
            <a:r>
              <a:rPr lang="en-US" sz="3200" dirty="0">
                <a:solidFill>
                  <a:srgbClr val="202124"/>
                </a:solidFill>
                <a:latin typeface="MS Reference Sans Serif" panose="020B0604030504040204" pitchFamily="34" charset="0"/>
                <a:ea typeface="Public Sans"/>
                <a:cs typeface="Public Sans"/>
                <a:sym typeface="Public Sans"/>
              </a:rPr>
              <a:t> </a:t>
            </a:r>
            <a:r>
              <a:rPr lang="en-US" sz="3200" dirty="0" err="1">
                <a:solidFill>
                  <a:srgbClr val="202124"/>
                </a:solidFill>
                <a:latin typeface="MS Reference Sans Serif" panose="020B0604030504040204" pitchFamily="34" charset="0"/>
                <a:ea typeface="Public Sans"/>
                <a:cs typeface="Public Sans"/>
                <a:sym typeface="Public Sans"/>
              </a:rPr>
              <a:t>dalam</a:t>
            </a:r>
            <a:r>
              <a:rPr lang="en-US" sz="3200" dirty="0">
                <a:solidFill>
                  <a:srgbClr val="202124"/>
                </a:solidFill>
                <a:latin typeface="MS Reference Sans Serif" panose="020B0604030504040204" pitchFamily="34" charset="0"/>
                <a:ea typeface="Public Sans"/>
                <a:cs typeface="Public Sans"/>
                <a:sym typeface="Public Sans"/>
              </a:rPr>
              <a:t> </a:t>
            </a:r>
            <a:r>
              <a:rPr lang="en-US" sz="3200" dirty="0" err="1">
                <a:solidFill>
                  <a:srgbClr val="202124"/>
                </a:solidFill>
                <a:latin typeface="MS Reference Sans Serif" panose="020B0604030504040204" pitchFamily="34" charset="0"/>
                <a:ea typeface="Public Sans"/>
                <a:cs typeface="Public Sans"/>
                <a:sym typeface="Public Sans"/>
              </a:rPr>
              <a:t>pengembangan</a:t>
            </a:r>
            <a:r>
              <a:rPr lang="en-US" sz="3200" dirty="0">
                <a:solidFill>
                  <a:srgbClr val="202124"/>
                </a:solidFill>
                <a:latin typeface="MS Reference Sans Serif" panose="020B0604030504040204" pitchFamily="34" charset="0"/>
                <a:ea typeface="Public Sans"/>
                <a:cs typeface="Public Sans"/>
                <a:sym typeface="Public Sans"/>
              </a:rPr>
              <a:t> </a:t>
            </a:r>
            <a:r>
              <a:rPr lang="en-US" sz="3200" dirty="0" err="1">
                <a:solidFill>
                  <a:srgbClr val="202124"/>
                </a:solidFill>
                <a:latin typeface="MS Reference Sans Serif" panose="020B0604030504040204" pitchFamily="34" charset="0"/>
                <a:ea typeface="Public Sans"/>
                <a:cs typeface="Public Sans"/>
                <a:sym typeface="Public Sans"/>
              </a:rPr>
              <a:t>aplikasi</a:t>
            </a:r>
            <a:r>
              <a:rPr lang="en-US" sz="3200" dirty="0">
                <a:solidFill>
                  <a:srgbClr val="202124"/>
                </a:solidFill>
                <a:latin typeface="MS Reference Sans Serif" panose="020B0604030504040204" pitchFamily="34" charset="0"/>
                <a:ea typeface="Public Sans"/>
                <a:cs typeface="Public Sans"/>
                <a:sym typeface="Public Sans"/>
              </a:rPr>
              <a:t> </a:t>
            </a:r>
            <a:r>
              <a:rPr lang="en-US" sz="3200" dirty="0" err="1">
                <a:solidFill>
                  <a:srgbClr val="202124"/>
                </a:solidFill>
                <a:latin typeface="MS Reference Sans Serif" panose="020B0604030504040204" pitchFamily="34" charset="0"/>
                <a:ea typeface="Public Sans"/>
                <a:cs typeface="Public Sans"/>
                <a:sym typeface="Public Sans"/>
              </a:rPr>
              <a:t>adalah</a:t>
            </a:r>
            <a:r>
              <a:rPr lang="en-US" sz="3200" dirty="0">
                <a:solidFill>
                  <a:srgbClr val="202124"/>
                </a:solidFill>
                <a:latin typeface="MS Reference Sans Serif" panose="020B0604030504040204" pitchFamily="34" charset="0"/>
                <a:ea typeface="Public Sans"/>
                <a:cs typeface="Public Sans"/>
                <a:sym typeface="Public Sans"/>
              </a:rPr>
              <a:t> </a:t>
            </a:r>
            <a:r>
              <a:rPr lang="en-US" sz="3200" dirty="0" err="1">
                <a:solidFill>
                  <a:srgbClr val="202124"/>
                </a:solidFill>
                <a:latin typeface="MS Reference Sans Serif" panose="020B0604030504040204" pitchFamily="34" charset="0"/>
                <a:ea typeface="Public Sans"/>
                <a:cs typeface="Public Sans"/>
                <a:sym typeface="Public Sans"/>
              </a:rPr>
              <a:t>fitur</a:t>
            </a:r>
            <a:r>
              <a:rPr lang="en-US" sz="3200" dirty="0">
                <a:solidFill>
                  <a:srgbClr val="202124"/>
                </a:solidFill>
                <a:latin typeface="MS Reference Sans Serif" panose="020B0604030504040204" pitchFamily="34" charset="0"/>
                <a:ea typeface="Public Sans"/>
                <a:cs typeface="Public Sans"/>
                <a:sym typeface="Public Sans"/>
              </a:rPr>
              <a:t> </a:t>
            </a:r>
            <a:r>
              <a:rPr lang="en-US" sz="3200" dirty="0" err="1">
                <a:solidFill>
                  <a:srgbClr val="202124"/>
                </a:solidFill>
                <a:latin typeface="MS Reference Sans Serif" panose="020B0604030504040204" pitchFamily="34" charset="0"/>
                <a:ea typeface="Public Sans"/>
                <a:cs typeface="Public Sans"/>
                <a:sym typeface="Public Sans"/>
              </a:rPr>
              <a:t>Laporan</a:t>
            </a:r>
            <a:r>
              <a:rPr lang="en-US" sz="3200" dirty="0">
                <a:solidFill>
                  <a:srgbClr val="202124"/>
                </a:solidFill>
                <a:latin typeface="MS Reference Sans Serif" panose="020B0604030504040204" pitchFamily="34" charset="0"/>
                <a:ea typeface="Public Sans"/>
                <a:cs typeface="Public Sans"/>
                <a:sym typeface="Public Sans"/>
              </a:rPr>
              <a:t> (</a:t>
            </a:r>
            <a:r>
              <a:rPr lang="en-US" sz="3200" dirty="0" err="1">
                <a:solidFill>
                  <a:srgbClr val="202124"/>
                </a:solidFill>
                <a:latin typeface="MS Reference Sans Serif" panose="020B0604030504040204" pitchFamily="34" charset="0"/>
                <a:ea typeface="Public Sans"/>
                <a:cs typeface="Public Sans"/>
                <a:sym typeface="Public Sans"/>
              </a:rPr>
              <a:t>LaporanForm</a:t>
            </a:r>
            <a:r>
              <a:rPr lang="en-US" sz="3200" dirty="0">
                <a:solidFill>
                  <a:srgbClr val="202124"/>
                </a:solidFill>
                <a:latin typeface="MS Reference Sans Serif" panose="020B0604030504040204" pitchFamily="34" charset="0"/>
                <a:ea typeface="Public Sans"/>
                <a:cs typeface="Public Sans"/>
                <a:sym typeface="Public Sans"/>
              </a:rPr>
              <a:t>) yang </a:t>
            </a:r>
            <a:r>
              <a:rPr lang="en-US" sz="3200" dirty="0" err="1">
                <a:solidFill>
                  <a:srgbClr val="202124"/>
                </a:solidFill>
                <a:latin typeface="MS Reference Sans Serif" panose="020B0604030504040204" pitchFamily="34" charset="0"/>
                <a:ea typeface="Public Sans"/>
                <a:cs typeface="Public Sans"/>
                <a:sym typeface="Public Sans"/>
              </a:rPr>
              <a:t>masih</a:t>
            </a:r>
            <a:r>
              <a:rPr lang="en-US" sz="3200" dirty="0">
                <a:solidFill>
                  <a:srgbClr val="202124"/>
                </a:solidFill>
                <a:latin typeface="MS Reference Sans Serif" panose="020B0604030504040204" pitchFamily="34" charset="0"/>
                <a:ea typeface="Public Sans"/>
                <a:cs typeface="Public Sans"/>
                <a:sym typeface="Public Sans"/>
              </a:rPr>
              <a:t> </a:t>
            </a:r>
            <a:r>
              <a:rPr lang="en-US" sz="3200" dirty="0" err="1">
                <a:solidFill>
                  <a:srgbClr val="202124"/>
                </a:solidFill>
                <a:latin typeface="MS Reference Sans Serif" panose="020B0604030504040204" pitchFamily="34" charset="0"/>
                <a:ea typeface="Public Sans"/>
                <a:cs typeface="Public Sans"/>
                <a:sym typeface="Public Sans"/>
              </a:rPr>
              <a:t>dalam</a:t>
            </a:r>
            <a:r>
              <a:rPr lang="en-US" sz="3200" dirty="0">
                <a:solidFill>
                  <a:srgbClr val="202124"/>
                </a:solidFill>
                <a:latin typeface="MS Reference Sans Serif" panose="020B0604030504040204" pitchFamily="34" charset="0"/>
                <a:ea typeface="Public Sans"/>
                <a:cs typeface="Public Sans"/>
                <a:sym typeface="Public Sans"/>
              </a:rPr>
              <a:t> </a:t>
            </a:r>
            <a:r>
              <a:rPr lang="en-US" sz="3200" dirty="0" err="1">
                <a:solidFill>
                  <a:srgbClr val="202124"/>
                </a:solidFill>
                <a:latin typeface="MS Reference Sans Serif" panose="020B0604030504040204" pitchFamily="34" charset="0"/>
                <a:ea typeface="Public Sans"/>
                <a:cs typeface="Public Sans"/>
                <a:sym typeface="Public Sans"/>
              </a:rPr>
              <a:t>tahap</a:t>
            </a:r>
            <a:r>
              <a:rPr lang="en-US" sz="3200" dirty="0">
                <a:solidFill>
                  <a:srgbClr val="202124"/>
                </a:solidFill>
                <a:latin typeface="MS Reference Sans Serif" panose="020B0604030504040204" pitchFamily="34" charset="0"/>
                <a:ea typeface="Public Sans"/>
                <a:cs typeface="Public Sans"/>
                <a:sym typeface="Public Sans"/>
              </a:rPr>
              <a:t> </a:t>
            </a:r>
            <a:r>
              <a:rPr lang="en-US" sz="3200" dirty="0" err="1">
                <a:solidFill>
                  <a:srgbClr val="202124"/>
                </a:solidFill>
                <a:latin typeface="MS Reference Sans Serif" panose="020B0604030504040204" pitchFamily="34" charset="0"/>
                <a:ea typeface="Public Sans"/>
                <a:cs typeface="Public Sans"/>
                <a:sym typeface="Public Sans"/>
              </a:rPr>
              <a:t>pengembangan</a:t>
            </a:r>
            <a:r>
              <a:rPr lang="en-US" sz="3200" dirty="0">
                <a:solidFill>
                  <a:srgbClr val="202124"/>
                </a:solidFill>
                <a:latin typeface="MS Reference Sans Serif" panose="020B0604030504040204" pitchFamily="34" charset="0"/>
                <a:ea typeface="Public Sans"/>
                <a:cs typeface="Public Sans"/>
                <a:sym typeface="Public Sans"/>
              </a:rPr>
              <a:t> </a:t>
            </a:r>
            <a:r>
              <a:rPr lang="en-US" sz="3200" dirty="0" err="1">
                <a:solidFill>
                  <a:srgbClr val="202124"/>
                </a:solidFill>
                <a:latin typeface="MS Reference Sans Serif" panose="020B0604030504040204" pitchFamily="34" charset="0"/>
                <a:ea typeface="Public Sans"/>
                <a:cs typeface="Public Sans"/>
                <a:sym typeface="Public Sans"/>
              </a:rPr>
              <a:t>sehingga</a:t>
            </a:r>
            <a:r>
              <a:rPr lang="en-US" sz="3200" dirty="0">
                <a:solidFill>
                  <a:srgbClr val="202124"/>
                </a:solidFill>
                <a:latin typeface="MS Reference Sans Serif" panose="020B0604030504040204" pitchFamily="34" charset="0"/>
                <a:ea typeface="Public Sans"/>
                <a:cs typeface="Public Sans"/>
                <a:sym typeface="Public Sans"/>
              </a:rPr>
              <a:t> </a:t>
            </a:r>
            <a:r>
              <a:rPr lang="en-US" sz="3200" dirty="0" err="1">
                <a:solidFill>
                  <a:srgbClr val="202124"/>
                </a:solidFill>
                <a:latin typeface="MS Reference Sans Serif" panose="020B0604030504040204" pitchFamily="34" charset="0"/>
                <a:ea typeface="Public Sans"/>
                <a:cs typeface="Public Sans"/>
                <a:sym typeface="Public Sans"/>
              </a:rPr>
              <a:t>belum</a:t>
            </a:r>
            <a:r>
              <a:rPr lang="en-US" sz="3200" dirty="0">
                <a:solidFill>
                  <a:srgbClr val="202124"/>
                </a:solidFill>
                <a:latin typeface="MS Reference Sans Serif" panose="020B0604030504040204" pitchFamily="34" charset="0"/>
                <a:ea typeface="Public Sans"/>
                <a:cs typeface="Public Sans"/>
                <a:sym typeface="Public Sans"/>
              </a:rPr>
              <a:t> </a:t>
            </a:r>
            <a:r>
              <a:rPr lang="en-US" sz="3200" dirty="0" err="1">
                <a:solidFill>
                  <a:srgbClr val="202124"/>
                </a:solidFill>
                <a:latin typeface="MS Reference Sans Serif" panose="020B0604030504040204" pitchFamily="34" charset="0"/>
                <a:ea typeface="Public Sans"/>
                <a:cs typeface="Public Sans"/>
                <a:sym typeface="Public Sans"/>
              </a:rPr>
              <a:t>dapat</a:t>
            </a:r>
            <a:r>
              <a:rPr lang="en-US" sz="3200" dirty="0">
                <a:solidFill>
                  <a:srgbClr val="202124"/>
                </a:solidFill>
                <a:latin typeface="MS Reference Sans Serif" panose="020B0604030504040204" pitchFamily="34" charset="0"/>
                <a:ea typeface="Public Sans"/>
                <a:cs typeface="Public Sans"/>
                <a:sym typeface="Public Sans"/>
              </a:rPr>
              <a:t> </a:t>
            </a:r>
            <a:r>
              <a:rPr lang="en-US" sz="3200" dirty="0" err="1">
                <a:solidFill>
                  <a:srgbClr val="202124"/>
                </a:solidFill>
                <a:latin typeface="MS Reference Sans Serif" panose="020B0604030504040204" pitchFamily="34" charset="0"/>
                <a:ea typeface="Public Sans"/>
                <a:cs typeface="Public Sans"/>
                <a:sym typeface="Public Sans"/>
              </a:rPr>
              <a:t>menampilkan</a:t>
            </a:r>
            <a:r>
              <a:rPr lang="en-US" sz="3200" dirty="0">
                <a:solidFill>
                  <a:srgbClr val="202124"/>
                </a:solidFill>
                <a:latin typeface="MS Reference Sans Serif" panose="020B0604030504040204" pitchFamily="34" charset="0"/>
                <a:ea typeface="Public Sans"/>
                <a:cs typeface="Public Sans"/>
                <a:sym typeface="Public Sans"/>
              </a:rPr>
              <a:t> dan </a:t>
            </a:r>
            <a:r>
              <a:rPr lang="en-US" sz="3200" dirty="0" err="1">
                <a:solidFill>
                  <a:srgbClr val="202124"/>
                </a:solidFill>
                <a:latin typeface="MS Reference Sans Serif" panose="020B0604030504040204" pitchFamily="34" charset="0"/>
                <a:ea typeface="Public Sans"/>
                <a:cs typeface="Public Sans"/>
                <a:sym typeface="Public Sans"/>
              </a:rPr>
              <a:t>mencetak</a:t>
            </a:r>
            <a:r>
              <a:rPr lang="en-US" sz="3200" dirty="0">
                <a:solidFill>
                  <a:srgbClr val="202124"/>
                </a:solidFill>
                <a:latin typeface="MS Reference Sans Serif" panose="020B0604030504040204" pitchFamily="34" charset="0"/>
                <a:ea typeface="Public Sans"/>
                <a:cs typeface="Public Sans"/>
                <a:sym typeface="Public Sans"/>
              </a:rPr>
              <a:t> </a:t>
            </a:r>
            <a:r>
              <a:rPr lang="en-US" sz="3200" dirty="0" err="1">
                <a:solidFill>
                  <a:srgbClr val="202124"/>
                </a:solidFill>
                <a:latin typeface="MS Reference Sans Serif" panose="020B0604030504040204" pitchFamily="34" charset="0"/>
                <a:ea typeface="Public Sans"/>
                <a:cs typeface="Public Sans"/>
                <a:sym typeface="Public Sans"/>
              </a:rPr>
              <a:t>laporan</a:t>
            </a:r>
            <a:r>
              <a:rPr lang="en-US" sz="3200" dirty="0">
                <a:solidFill>
                  <a:srgbClr val="202124"/>
                </a:solidFill>
                <a:latin typeface="MS Reference Sans Serif" panose="020B0604030504040204" pitchFamily="34" charset="0"/>
                <a:ea typeface="Public Sans"/>
                <a:cs typeface="Public Sans"/>
                <a:sym typeface="Public Sans"/>
              </a:rPr>
              <a:t> </a:t>
            </a:r>
            <a:r>
              <a:rPr lang="en-US" sz="3200" dirty="0" err="1">
                <a:solidFill>
                  <a:srgbClr val="202124"/>
                </a:solidFill>
                <a:latin typeface="MS Reference Sans Serif" panose="020B0604030504040204" pitchFamily="34" charset="0"/>
                <a:ea typeface="Public Sans"/>
                <a:cs typeface="Public Sans"/>
                <a:sym typeface="Public Sans"/>
              </a:rPr>
              <a:t>transaksi</a:t>
            </a:r>
            <a:r>
              <a:rPr lang="en-US" sz="3200" dirty="0">
                <a:solidFill>
                  <a:srgbClr val="202124"/>
                </a:solidFill>
                <a:latin typeface="MS Reference Sans Serif" panose="020B0604030504040204" pitchFamily="34" charset="0"/>
                <a:ea typeface="Public Sans"/>
                <a:cs typeface="Public Sans"/>
                <a:sym typeface="Public Sans"/>
              </a:rPr>
              <a:t> </a:t>
            </a:r>
            <a:r>
              <a:rPr lang="en-US" sz="3200" dirty="0" err="1">
                <a:solidFill>
                  <a:srgbClr val="202124"/>
                </a:solidFill>
                <a:latin typeface="MS Reference Sans Serif" panose="020B0604030504040204" pitchFamily="34" charset="0"/>
                <a:ea typeface="Public Sans"/>
                <a:cs typeface="Public Sans"/>
                <a:sym typeface="Public Sans"/>
              </a:rPr>
              <a:t>secara</a:t>
            </a:r>
            <a:r>
              <a:rPr lang="en-US" sz="3200" dirty="0">
                <a:solidFill>
                  <a:srgbClr val="202124"/>
                </a:solidFill>
                <a:latin typeface="MS Reference Sans Serif" panose="020B0604030504040204" pitchFamily="34" charset="0"/>
                <a:ea typeface="Public Sans"/>
                <a:cs typeface="Public Sans"/>
                <a:sym typeface="Public Sans"/>
              </a:rPr>
              <a:t> </a:t>
            </a:r>
            <a:r>
              <a:rPr lang="en-US" sz="3200" dirty="0" err="1">
                <a:solidFill>
                  <a:srgbClr val="202124"/>
                </a:solidFill>
                <a:latin typeface="MS Reference Sans Serif" panose="020B0604030504040204" pitchFamily="34" charset="0"/>
                <a:ea typeface="Public Sans"/>
                <a:cs typeface="Public Sans"/>
                <a:sym typeface="Public Sans"/>
              </a:rPr>
              <a:t>otomatis</a:t>
            </a:r>
            <a:r>
              <a:rPr lang="en-US" sz="3200" dirty="0">
                <a:solidFill>
                  <a:srgbClr val="202124"/>
                </a:solidFill>
                <a:latin typeface="MS Reference Sans Serif" panose="020B0604030504040204" pitchFamily="34" charset="0"/>
                <a:ea typeface="Public Sans"/>
                <a:cs typeface="Public Sans"/>
                <a:sym typeface="Public Sans"/>
              </a:rPr>
              <a:t>. </a:t>
            </a:r>
            <a:r>
              <a:rPr lang="en-US" sz="3200" dirty="0" err="1">
                <a:solidFill>
                  <a:srgbClr val="202124"/>
                </a:solidFill>
                <a:latin typeface="MS Reference Sans Serif" panose="020B0604030504040204" pitchFamily="34" charset="0"/>
                <a:ea typeface="Public Sans"/>
                <a:cs typeface="Public Sans"/>
                <a:sym typeface="Public Sans"/>
              </a:rPr>
              <a:t>Selain</a:t>
            </a:r>
            <a:r>
              <a:rPr lang="en-US" sz="3200" dirty="0">
                <a:solidFill>
                  <a:srgbClr val="202124"/>
                </a:solidFill>
                <a:latin typeface="MS Reference Sans Serif" panose="020B0604030504040204" pitchFamily="34" charset="0"/>
                <a:ea typeface="Public Sans"/>
                <a:cs typeface="Public Sans"/>
                <a:sym typeface="Public Sans"/>
              </a:rPr>
              <a:t> </a:t>
            </a:r>
            <a:r>
              <a:rPr lang="en-US" sz="3200" dirty="0" err="1">
                <a:solidFill>
                  <a:srgbClr val="202124"/>
                </a:solidFill>
                <a:latin typeface="MS Reference Sans Serif" panose="020B0604030504040204" pitchFamily="34" charset="0"/>
                <a:ea typeface="Public Sans"/>
                <a:cs typeface="Public Sans"/>
                <a:sym typeface="Public Sans"/>
              </a:rPr>
              <a:t>itu</a:t>
            </a:r>
            <a:r>
              <a:rPr lang="en-US" sz="3200" dirty="0">
                <a:solidFill>
                  <a:srgbClr val="202124"/>
                </a:solidFill>
                <a:latin typeface="MS Reference Sans Serif" panose="020B0604030504040204" pitchFamily="34" charset="0"/>
                <a:ea typeface="Public Sans"/>
                <a:cs typeface="Public Sans"/>
                <a:sym typeface="Public Sans"/>
              </a:rPr>
              <a:t>, </a:t>
            </a:r>
            <a:r>
              <a:rPr lang="en-US" sz="3200" dirty="0" err="1">
                <a:solidFill>
                  <a:srgbClr val="202124"/>
                </a:solidFill>
                <a:latin typeface="MS Reference Sans Serif" panose="020B0604030504040204" pitchFamily="34" charset="0"/>
                <a:ea typeface="Public Sans"/>
                <a:cs typeface="Public Sans"/>
                <a:sym typeface="Public Sans"/>
              </a:rPr>
              <a:t>diperlukan</a:t>
            </a:r>
            <a:r>
              <a:rPr lang="en-US" sz="3200" dirty="0">
                <a:solidFill>
                  <a:srgbClr val="202124"/>
                </a:solidFill>
                <a:latin typeface="MS Reference Sans Serif" panose="020B0604030504040204" pitchFamily="34" charset="0"/>
                <a:ea typeface="Public Sans"/>
                <a:cs typeface="Public Sans"/>
                <a:sym typeface="Public Sans"/>
              </a:rPr>
              <a:t> </a:t>
            </a:r>
            <a:r>
              <a:rPr lang="en-US" sz="3200" dirty="0" err="1">
                <a:solidFill>
                  <a:srgbClr val="202124"/>
                </a:solidFill>
                <a:latin typeface="MS Reference Sans Serif" panose="020B0604030504040204" pitchFamily="34" charset="0"/>
                <a:ea typeface="Public Sans"/>
                <a:cs typeface="Public Sans"/>
                <a:sym typeface="Public Sans"/>
              </a:rPr>
              <a:t>pengujian</a:t>
            </a:r>
            <a:r>
              <a:rPr lang="en-US" sz="3200" dirty="0">
                <a:solidFill>
                  <a:srgbClr val="202124"/>
                </a:solidFill>
                <a:latin typeface="MS Reference Sans Serif" panose="020B0604030504040204" pitchFamily="34" charset="0"/>
                <a:ea typeface="Public Sans"/>
                <a:cs typeface="Public Sans"/>
                <a:sym typeface="Public Sans"/>
              </a:rPr>
              <a:t> </a:t>
            </a:r>
            <a:r>
              <a:rPr lang="en-US" sz="3200" dirty="0" err="1">
                <a:solidFill>
                  <a:srgbClr val="202124"/>
                </a:solidFill>
                <a:latin typeface="MS Reference Sans Serif" panose="020B0604030504040204" pitchFamily="34" charset="0"/>
                <a:ea typeface="Public Sans"/>
                <a:cs typeface="Public Sans"/>
                <a:sym typeface="Public Sans"/>
              </a:rPr>
              <a:t>lebih</a:t>
            </a:r>
            <a:r>
              <a:rPr lang="en-US" sz="3200" dirty="0">
                <a:solidFill>
                  <a:srgbClr val="202124"/>
                </a:solidFill>
                <a:latin typeface="MS Reference Sans Serif" panose="020B0604030504040204" pitchFamily="34" charset="0"/>
                <a:ea typeface="Public Sans"/>
                <a:cs typeface="Public Sans"/>
                <a:sym typeface="Public Sans"/>
              </a:rPr>
              <a:t> </a:t>
            </a:r>
            <a:r>
              <a:rPr lang="en-US" sz="3200" dirty="0" err="1">
                <a:solidFill>
                  <a:srgbClr val="202124"/>
                </a:solidFill>
                <a:latin typeface="MS Reference Sans Serif" panose="020B0604030504040204" pitchFamily="34" charset="0"/>
                <a:ea typeface="Public Sans"/>
                <a:cs typeface="Public Sans"/>
                <a:sym typeface="Public Sans"/>
              </a:rPr>
              <a:t>lanjut</a:t>
            </a:r>
            <a:r>
              <a:rPr lang="en-US" sz="3200" dirty="0">
                <a:solidFill>
                  <a:srgbClr val="202124"/>
                </a:solidFill>
                <a:latin typeface="MS Reference Sans Serif" panose="020B0604030504040204" pitchFamily="34" charset="0"/>
                <a:ea typeface="Public Sans"/>
                <a:cs typeface="Public Sans"/>
                <a:sym typeface="Public Sans"/>
              </a:rPr>
              <a:t> </a:t>
            </a:r>
            <a:r>
              <a:rPr lang="en-US" sz="3200" dirty="0" err="1">
                <a:solidFill>
                  <a:srgbClr val="202124"/>
                </a:solidFill>
                <a:latin typeface="MS Reference Sans Serif" panose="020B0604030504040204" pitchFamily="34" charset="0"/>
                <a:ea typeface="Public Sans"/>
                <a:cs typeface="Public Sans"/>
                <a:sym typeface="Public Sans"/>
              </a:rPr>
              <a:t>untuk</a:t>
            </a:r>
            <a:r>
              <a:rPr lang="en-US" sz="3200" dirty="0">
                <a:solidFill>
                  <a:srgbClr val="202124"/>
                </a:solidFill>
                <a:latin typeface="MS Reference Sans Serif" panose="020B0604030504040204" pitchFamily="34" charset="0"/>
                <a:ea typeface="Public Sans"/>
                <a:cs typeface="Public Sans"/>
                <a:sym typeface="Public Sans"/>
              </a:rPr>
              <a:t> </a:t>
            </a:r>
            <a:r>
              <a:rPr lang="en-US" sz="3200" dirty="0" err="1">
                <a:solidFill>
                  <a:srgbClr val="202124"/>
                </a:solidFill>
                <a:latin typeface="MS Reference Sans Serif" panose="020B0604030504040204" pitchFamily="34" charset="0"/>
                <a:ea typeface="Public Sans"/>
                <a:cs typeface="Public Sans"/>
                <a:sym typeface="Public Sans"/>
              </a:rPr>
              <a:t>memastikan</a:t>
            </a:r>
            <a:r>
              <a:rPr lang="en-US" sz="3200" dirty="0">
                <a:solidFill>
                  <a:srgbClr val="202124"/>
                </a:solidFill>
                <a:latin typeface="MS Reference Sans Serif" panose="020B0604030504040204" pitchFamily="34" charset="0"/>
                <a:ea typeface="Public Sans"/>
                <a:cs typeface="Public Sans"/>
                <a:sym typeface="Public Sans"/>
              </a:rPr>
              <a:t> </a:t>
            </a:r>
            <a:r>
              <a:rPr lang="en-US" sz="3200" dirty="0" err="1">
                <a:solidFill>
                  <a:srgbClr val="202124"/>
                </a:solidFill>
                <a:latin typeface="MS Reference Sans Serif" panose="020B0604030504040204" pitchFamily="34" charset="0"/>
                <a:ea typeface="Public Sans"/>
                <a:cs typeface="Public Sans"/>
                <a:sym typeface="Public Sans"/>
              </a:rPr>
              <a:t>seluruh</a:t>
            </a:r>
            <a:r>
              <a:rPr lang="en-US" sz="3200" dirty="0">
                <a:solidFill>
                  <a:srgbClr val="202124"/>
                </a:solidFill>
                <a:latin typeface="MS Reference Sans Serif" panose="020B0604030504040204" pitchFamily="34" charset="0"/>
                <a:ea typeface="Public Sans"/>
                <a:cs typeface="Public Sans"/>
                <a:sym typeface="Public Sans"/>
              </a:rPr>
              <a:t> </a:t>
            </a:r>
            <a:r>
              <a:rPr lang="en-US" sz="3200" dirty="0" err="1">
                <a:solidFill>
                  <a:srgbClr val="202124"/>
                </a:solidFill>
                <a:latin typeface="MS Reference Sans Serif" panose="020B0604030504040204" pitchFamily="34" charset="0"/>
                <a:ea typeface="Public Sans"/>
                <a:cs typeface="Public Sans"/>
                <a:sym typeface="Public Sans"/>
              </a:rPr>
              <a:t>fitur</a:t>
            </a:r>
            <a:r>
              <a:rPr lang="en-US" sz="3200" dirty="0">
                <a:solidFill>
                  <a:srgbClr val="202124"/>
                </a:solidFill>
                <a:latin typeface="MS Reference Sans Serif" panose="020B0604030504040204" pitchFamily="34" charset="0"/>
                <a:ea typeface="Public Sans"/>
                <a:cs typeface="Public Sans"/>
                <a:sym typeface="Public Sans"/>
              </a:rPr>
              <a:t> </a:t>
            </a:r>
            <a:r>
              <a:rPr lang="en-US" sz="3200" dirty="0" err="1">
                <a:solidFill>
                  <a:srgbClr val="202124"/>
                </a:solidFill>
                <a:latin typeface="MS Reference Sans Serif" panose="020B0604030504040204" pitchFamily="34" charset="0"/>
                <a:ea typeface="Public Sans"/>
                <a:cs typeface="Public Sans"/>
                <a:sym typeface="Public Sans"/>
              </a:rPr>
              <a:t>dapat</a:t>
            </a:r>
            <a:r>
              <a:rPr lang="en-US" sz="3200" dirty="0">
                <a:solidFill>
                  <a:srgbClr val="202124"/>
                </a:solidFill>
                <a:latin typeface="MS Reference Sans Serif" panose="020B0604030504040204" pitchFamily="34" charset="0"/>
                <a:ea typeface="Public Sans"/>
                <a:cs typeface="Public Sans"/>
                <a:sym typeface="Public Sans"/>
              </a:rPr>
              <a:t> </a:t>
            </a:r>
            <a:r>
              <a:rPr lang="en-US" sz="3200" dirty="0" err="1">
                <a:solidFill>
                  <a:srgbClr val="202124"/>
                </a:solidFill>
                <a:latin typeface="MS Reference Sans Serif" panose="020B0604030504040204" pitchFamily="34" charset="0"/>
                <a:ea typeface="Public Sans"/>
                <a:cs typeface="Public Sans"/>
                <a:sym typeface="Public Sans"/>
              </a:rPr>
              <a:t>berjalan</a:t>
            </a:r>
            <a:r>
              <a:rPr lang="en-US" sz="3200" dirty="0">
                <a:solidFill>
                  <a:srgbClr val="202124"/>
                </a:solidFill>
                <a:latin typeface="MS Reference Sans Serif" panose="020B0604030504040204" pitchFamily="34" charset="0"/>
                <a:ea typeface="Public Sans"/>
                <a:cs typeface="Public Sans"/>
                <a:sym typeface="Public Sans"/>
              </a:rPr>
              <a:t> </a:t>
            </a:r>
            <a:r>
              <a:rPr lang="en-US" sz="3200" dirty="0" err="1">
                <a:solidFill>
                  <a:srgbClr val="202124"/>
                </a:solidFill>
                <a:latin typeface="MS Reference Sans Serif" panose="020B0604030504040204" pitchFamily="34" charset="0"/>
                <a:ea typeface="Public Sans"/>
                <a:cs typeface="Public Sans"/>
                <a:sym typeface="Public Sans"/>
              </a:rPr>
              <a:t>dengan</a:t>
            </a:r>
            <a:r>
              <a:rPr lang="en-US" sz="3200" dirty="0">
                <a:solidFill>
                  <a:srgbClr val="202124"/>
                </a:solidFill>
                <a:latin typeface="MS Reference Sans Serif" panose="020B0604030504040204" pitchFamily="34" charset="0"/>
                <a:ea typeface="Public Sans"/>
                <a:cs typeface="Public Sans"/>
                <a:sym typeface="Public Sans"/>
              </a:rPr>
              <a:t> </a:t>
            </a:r>
            <a:r>
              <a:rPr lang="en-US" sz="3200" dirty="0" err="1">
                <a:solidFill>
                  <a:srgbClr val="202124"/>
                </a:solidFill>
                <a:latin typeface="MS Reference Sans Serif" panose="020B0604030504040204" pitchFamily="34" charset="0"/>
                <a:ea typeface="Public Sans"/>
                <a:cs typeface="Public Sans"/>
                <a:sym typeface="Public Sans"/>
              </a:rPr>
              <a:t>baik</a:t>
            </a:r>
            <a:r>
              <a:rPr lang="en-US" sz="3200" dirty="0">
                <a:solidFill>
                  <a:srgbClr val="202124"/>
                </a:solidFill>
                <a:latin typeface="MS Reference Sans Serif" panose="020B0604030504040204" pitchFamily="34" charset="0"/>
                <a:ea typeface="Public Sans"/>
                <a:cs typeface="Public Sans"/>
                <a:sym typeface="Public Sans"/>
              </a:rPr>
              <a:t> dan </a:t>
            </a:r>
            <a:r>
              <a:rPr lang="en-US" sz="3200" dirty="0" err="1">
                <a:solidFill>
                  <a:srgbClr val="202124"/>
                </a:solidFill>
                <a:latin typeface="MS Reference Sans Serif" panose="020B0604030504040204" pitchFamily="34" charset="0"/>
                <a:ea typeface="Public Sans"/>
                <a:cs typeface="Public Sans"/>
                <a:sym typeface="Public Sans"/>
              </a:rPr>
              <a:t>terintegrasi</a:t>
            </a:r>
            <a:r>
              <a:rPr lang="en-US" sz="3200" dirty="0">
                <a:solidFill>
                  <a:srgbClr val="202124"/>
                </a:solidFill>
                <a:latin typeface="MS Reference Sans Serif" panose="020B0604030504040204" pitchFamily="34" charset="0"/>
                <a:ea typeface="Public Sans"/>
                <a:cs typeface="Public Sans"/>
                <a:sym typeface="Public Sans"/>
              </a:rPr>
              <a:t> </a:t>
            </a:r>
            <a:r>
              <a:rPr lang="en-US" sz="3200" dirty="0" err="1">
                <a:solidFill>
                  <a:srgbClr val="202124"/>
                </a:solidFill>
                <a:latin typeface="MS Reference Sans Serif" panose="020B0604030504040204" pitchFamily="34" charset="0"/>
                <a:ea typeface="Public Sans"/>
                <a:cs typeface="Public Sans"/>
                <a:sym typeface="Public Sans"/>
              </a:rPr>
              <a:t>dengan</a:t>
            </a:r>
            <a:r>
              <a:rPr lang="en-US" sz="3200" dirty="0">
                <a:solidFill>
                  <a:srgbClr val="202124"/>
                </a:solidFill>
                <a:latin typeface="MS Reference Sans Serif" panose="020B0604030504040204" pitchFamily="34" charset="0"/>
                <a:ea typeface="Public Sans"/>
                <a:cs typeface="Public Sans"/>
                <a:sym typeface="Public Sans"/>
              </a:rPr>
              <a:t> database.</a:t>
            </a:r>
          </a:p>
        </p:txBody>
      </p:sp>
      <p:sp>
        <p:nvSpPr>
          <p:cNvPr id="32" name="Freeform 32"/>
          <p:cNvSpPr/>
          <p:nvPr/>
        </p:nvSpPr>
        <p:spPr>
          <a:xfrm>
            <a:off x="-269127" y="8395327"/>
            <a:ext cx="3870777" cy="869522"/>
          </a:xfrm>
          <a:custGeom>
            <a:avLst/>
            <a:gdLst/>
            <a:ahLst/>
            <a:cxnLst/>
            <a:rect l="l" t="t" r="r" b="b"/>
            <a:pathLst>
              <a:path w="3870777" h="869522">
                <a:moveTo>
                  <a:pt x="0" y="0"/>
                </a:moveTo>
                <a:lnTo>
                  <a:pt x="3870778" y="0"/>
                </a:lnTo>
                <a:lnTo>
                  <a:pt x="3870778" y="869523"/>
                </a:lnTo>
                <a:lnTo>
                  <a:pt x="0" y="869523"/>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33" name="Freeform 33"/>
          <p:cNvSpPr/>
          <p:nvPr/>
        </p:nvSpPr>
        <p:spPr>
          <a:xfrm>
            <a:off x="1838732" y="8395327"/>
            <a:ext cx="3870777" cy="869522"/>
          </a:xfrm>
          <a:custGeom>
            <a:avLst/>
            <a:gdLst/>
            <a:ahLst/>
            <a:cxnLst/>
            <a:rect l="l" t="t" r="r" b="b"/>
            <a:pathLst>
              <a:path w="3870777" h="869522">
                <a:moveTo>
                  <a:pt x="0" y="0"/>
                </a:moveTo>
                <a:lnTo>
                  <a:pt x="3870777" y="0"/>
                </a:lnTo>
                <a:lnTo>
                  <a:pt x="3870777" y="869523"/>
                </a:lnTo>
                <a:lnTo>
                  <a:pt x="0" y="869523"/>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34" name="Freeform 34"/>
          <p:cNvSpPr/>
          <p:nvPr/>
        </p:nvSpPr>
        <p:spPr>
          <a:xfrm>
            <a:off x="10447226" y="7277341"/>
            <a:ext cx="7315200" cy="2753175"/>
          </a:xfrm>
          <a:custGeom>
            <a:avLst/>
            <a:gdLst/>
            <a:ahLst/>
            <a:cxnLst/>
            <a:rect l="l" t="t" r="r" b="b"/>
            <a:pathLst>
              <a:path w="7315200" h="2753175">
                <a:moveTo>
                  <a:pt x="0" y="0"/>
                </a:moveTo>
                <a:lnTo>
                  <a:pt x="7315200" y="0"/>
                </a:lnTo>
                <a:lnTo>
                  <a:pt x="7315200" y="2753175"/>
                </a:lnTo>
                <a:lnTo>
                  <a:pt x="0" y="2753175"/>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35" name="TextBox 35"/>
          <p:cNvSpPr txBox="1"/>
          <p:nvPr/>
        </p:nvSpPr>
        <p:spPr>
          <a:xfrm>
            <a:off x="4133759" y="1181536"/>
            <a:ext cx="8032502" cy="1182342"/>
          </a:xfrm>
          <a:prstGeom prst="rect">
            <a:avLst/>
          </a:prstGeom>
        </p:spPr>
        <p:txBody>
          <a:bodyPr lIns="0" tIns="0" rIns="0" bIns="0" rtlCol="0" anchor="t">
            <a:spAutoFit/>
          </a:bodyPr>
          <a:lstStyle/>
          <a:p>
            <a:pPr marL="0" lvl="0" indent="0" algn="l">
              <a:lnSpc>
                <a:spcPts val="7516"/>
              </a:lnSpc>
              <a:spcBef>
                <a:spcPct val="0"/>
              </a:spcBef>
            </a:pPr>
            <a:r>
              <a:rPr lang="en-US" sz="10021">
                <a:solidFill>
                  <a:srgbClr val="F9C324"/>
                </a:solidFill>
                <a:latin typeface="Cubao"/>
                <a:ea typeface="Cubao"/>
                <a:cs typeface="Cubao"/>
                <a:sym typeface="Cubao"/>
              </a:rPr>
              <a:t>KENDALA </a:t>
            </a:r>
          </a:p>
        </p:txBody>
      </p:sp>
      <p:sp>
        <p:nvSpPr>
          <p:cNvPr id="36" name="Freeform 36"/>
          <p:cNvSpPr/>
          <p:nvPr/>
        </p:nvSpPr>
        <p:spPr>
          <a:xfrm rot="-2459989">
            <a:off x="16678542" y="2347467"/>
            <a:ext cx="808429" cy="1141985"/>
          </a:xfrm>
          <a:custGeom>
            <a:avLst/>
            <a:gdLst/>
            <a:ahLst/>
            <a:cxnLst/>
            <a:rect l="l" t="t" r="r" b="b"/>
            <a:pathLst>
              <a:path w="808429" h="1141985">
                <a:moveTo>
                  <a:pt x="0" y="0"/>
                </a:moveTo>
                <a:lnTo>
                  <a:pt x="808429" y="0"/>
                </a:lnTo>
                <a:lnTo>
                  <a:pt x="808429" y="1141985"/>
                </a:lnTo>
                <a:lnTo>
                  <a:pt x="0" y="1141985"/>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37" name="Freeform 37"/>
          <p:cNvSpPr/>
          <p:nvPr/>
        </p:nvSpPr>
        <p:spPr>
          <a:xfrm rot="1574474">
            <a:off x="17513181" y="5235068"/>
            <a:ext cx="442821" cy="421787"/>
          </a:xfrm>
          <a:custGeom>
            <a:avLst/>
            <a:gdLst/>
            <a:ahLst/>
            <a:cxnLst/>
            <a:rect l="l" t="t" r="r" b="b"/>
            <a:pathLst>
              <a:path w="442821" h="421787">
                <a:moveTo>
                  <a:pt x="0" y="0"/>
                </a:moveTo>
                <a:lnTo>
                  <a:pt x="442821" y="0"/>
                </a:lnTo>
                <a:lnTo>
                  <a:pt x="442821" y="421787"/>
                </a:lnTo>
                <a:lnTo>
                  <a:pt x="0" y="42178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rgbClr val="C3E7FC">
                <a:alpha val="100000"/>
              </a:srgbClr>
            </a:gs>
            <a:gs pos="100000">
              <a:srgbClr val="2F3659">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Freeform 2"/>
          <p:cNvSpPr/>
          <p:nvPr/>
        </p:nvSpPr>
        <p:spPr>
          <a:xfrm>
            <a:off x="0" y="2751120"/>
            <a:ext cx="19010720" cy="5219568"/>
          </a:xfrm>
          <a:custGeom>
            <a:avLst/>
            <a:gdLst/>
            <a:ahLst/>
            <a:cxnLst/>
            <a:rect l="l" t="t" r="r" b="b"/>
            <a:pathLst>
              <a:path w="19010720" h="5219568">
                <a:moveTo>
                  <a:pt x="0" y="0"/>
                </a:moveTo>
                <a:lnTo>
                  <a:pt x="19010720" y="0"/>
                </a:lnTo>
                <a:lnTo>
                  <a:pt x="19010720" y="5219568"/>
                </a:lnTo>
                <a:lnTo>
                  <a:pt x="0" y="521956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1562147" y="7078862"/>
            <a:ext cx="21205933" cy="8243149"/>
            <a:chOff x="0" y="0"/>
            <a:chExt cx="5585102" cy="2171035"/>
          </a:xfrm>
        </p:grpSpPr>
        <p:sp>
          <p:nvSpPr>
            <p:cNvPr id="4" name="Freeform 4"/>
            <p:cNvSpPr/>
            <p:nvPr/>
          </p:nvSpPr>
          <p:spPr>
            <a:xfrm>
              <a:off x="0" y="0"/>
              <a:ext cx="5585102" cy="2171035"/>
            </a:xfrm>
            <a:custGeom>
              <a:avLst/>
              <a:gdLst/>
              <a:ahLst/>
              <a:cxnLst/>
              <a:rect l="l" t="t" r="r" b="b"/>
              <a:pathLst>
                <a:path w="5585102" h="2171035">
                  <a:moveTo>
                    <a:pt x="0" y="0"/>
                  </a:moveTo>
                  <a:lnTo>
                    <a:pt x="5585102" y="0"/>
                  </a:lnTo>
                  <a:lnTo>
                    <a:pt x="5585102" y="2171035"/>
                  </a:lnTo>
                  <a:lnTo>
                    <a:pt x="0" y="2171035"/>
                  </a:lnTo>
                  <a:close/>
                </a:path>
              </a:pathLst>
            </a:custGeom>
            <a:solidFill>
              <a:srgbClr val="3E3B39"/>
            </a:solidFill>
          </p:spPr>
        </p:sp>
        <p:sp>
          <p:nvSpPr>
            <p:cNvPr id="5" name="TextBox 5"/>
            <p:cNvSpPr txBox="1"/>
            <p:nvPr/>
          </p:nvSpPr>
          <p:spPr>
            <a:xfrm>
              <a:off x="0" y="-9525"/>
              <a:ext cx="5585102" cy="2180560"/>
            </a:xfrm>
            <a:prstGeom prst="rect">
              <a:avLst/>
            </a:prstGeom>
          </p:spPr>
          <p:txBody>
            <a:bodyPr lIns="50800" tIns="50800" rIns="50800" bIns="50800" rtlCol="0" anchor="ctr"/>
            <a:lstStyle/>
            <a:p>
              <a:pPr algn="ctr">
                <a:lnSpc>
                  <a:spcPts val="2363"/>
                </a:lnSpc>
              </a:pPr>
              <a:endParaRPr/>
            </a:p>
          </p:txBody>
        </p:sp>
      </p:grpSp>
      <p:sp>
        <p:nvSpPr>
          <p:cNvPr id="6" name="Freeform 6"/>
          <p:cNvSpPr/>
          <p:nvPr/>
        </p:nvSpPr>
        <p:spPr>
          <a:xfrm>
            <a:off x="14224926" y="-395859"/>
            <a:ext cx="4424434" cy="2501816"/>
          </a:xfrm>
          <a:custGeom>
            <a:avLst/>
            <a:gdLst/>
            <a:ahLst/>
            <a:cxnLst/>
            <a:rect l="l" t="t" r="r" b="b"/>
            <a:pathLst>
              <a:path w="4424434" h="2501816">
                <a:moveTo>
                  <a:pt x="0" y="0"/>
                </a:moveTo>
                <a:lnTo>
                  <a:pt x="4424434" y="0"/>
                </a:lnTo>
                <a:lnTo>
                  <a:pt x="4424434" y="2501816"/>
                </a:lnTo>
                <a:lnTo>
                  <a:pt x="0" y="2501816"/>
                </a:lnTo>
                <a:lnTo>
                  <a:pt x="0" y="0"/>
                </a:lnTo>
                <a:close/>
              </a:path>
            </a:pathLst>
          </a:custGeom>
          <a:blipFill>
            <a:blip r:embed="rId4">
              <a:alphaModFix amt="25000"/>
              <a:extLst>
                <a:ext uri="{96DAC541-7B7A-43D3-8B79-37D633B846F1}">
                  <asvg:svgBlip xmlns:asvg="http://schemas.microsoft.com/office/drawing/2016/SVG/main" r:embed="rId5"/>
                </a:ext>
              </a:extLst>
            </a:blip>
            <a:stretch>
              <a:fillRect/>
            </a:stretch>
          </a:blipFill>
        </p:spPr>
      </p:sp>
      <p:sp>
        <p:nvSpPr>
          <p:cNvPr id="7" name="Freeform 7"/>
          <p:cNvSpPr/>
          <p:nvPr/>
        </p:nvSpPr>
        <p:spPr>
          <a:xfrm flipH="1">
            <a:off x="-1318173" y="2069925"/>
            <a:ext cx="3871000" cy="2188874"/>
          </a:xfrm>
          <a:custGeom>
            <a:avLst/>
            <a:gdLst/>
            <a:ahLst/>
            <a:cxnLst/>
            <a:rect l="l" t="t" r="r" b="b"/>
            <a:pathLst>
              <a:path w="3871000" h="2188874">
                <a:moveTo>
                  <a:pt x="3870999" y="0"/>
                </a:moveTo>
                <a:lnTo>
                  <a:pt x="0" y="0"/>
                </a:lnTo>
                <a:lnTo>
                  <a:pt x="0" y="2188874"/>
                </a:lnTo>
                <a:lnTo>
                  <a:pt x="3870999" y="2188874"/>
                </a:lnTo>
                <a:lnTo>
                  <a:pt x="3870999" y="0"/>
                </a:lnTo>
                <a:close/>
              </a:path>
            </a:pathLst>
          </a:custGeom>
          <a:blipFill>
            <a:blip r:embed="rId4">
              <a:alphaModFix amt="25000"/>
              <a:extLst>
                <a:ext uri="{96DAC541-7B7A-43D3-8B79-37D633B846F1}">
                  <asvg:svgBlip xmlns:asvg="http://schemas.microsoft.com/office/drawing/2016/SVG/main" r:embed="rId5"/>
                </a:ext>
              </a:extLst>
            </a:blip>
            <a:stretch>
              <a:fillRect/>
            </a:stretch>
          </a:blipFill>
        </p:spPr>
      </p:sp>
      <p:grpSp>
        <p:nvGrpSpPr>
          <p:cNvPr id="8" name="Group 8"/>
          <p:cNvGrpSpPr/>
          <p:nvPr/>
        </p:nvGrpSpPr>
        <p:grpSpPr>
          <a:xfrm>
            <a:off x="553409" y="8615851"/>
            <a:ext cx="17181183" cy="110498"/>
            <a:chOff x="0" y="0"/>
            <a:chExt cx="22908243" cy="147331"/>
          </a:xfrm>
        </p:grpSpPr>
        <p:grpSp>
          <p:nvGrpSpPr>
            <p:cNvPr id="9" name="Group 9"/>
            <p:cNvGrpSpPr/>
            <p:nvPr/>
          </p:nvGrpSpPr>
          <p:grpSpPr>
            <a:xfrm>
              <a:off x="0" y="0"/>
              <a:ext cx="3092220" cy="147331"/>
              <a:chOff x="0" y="0"/>
              <a:chExt cx="610809" cy="29102"/>
            </a:xfrm>
          </p:grpSpPr>
          <p:sp>
            <p:nvSpPr>
              <p:cNvPr id="10" name="Freeform 10"/>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sp>
          <p:sp>
            <p:nvSpPr>
              <p:cNvPr id="11" name="TextBox 11"/>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12" name="Group 12"/>
            <p:cNvGrpSpPr/>
            <p:nvPr/>
          </p:nvGrpSpPr>
          <p:grpSpPr>
            <a:xfrm>
              <a:off x="3968711" y="0"/>
              <a:ext cx="3092220" cy="147331"/>
              <a:chOff x="0" y="0"/>
              <a:chExt cx="610809" cy="29102"/>
            </a:xfrm>
          </p:grpSpPr>
          <p:sp>
            <p:nvSpPr>
              <p:cNvPr id="13" name="Freeform 13"/>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sp>
          <p:sp>
            <p:nvSpPr>
              <p:cNvPr id="14" name="TextBox 14"/>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15" name="Group 15"/>
            <p:cNvGrpSpPr/>
            <p:nvPr/>
          </p:nvGrpSpPr>
          <p:grpSpPr>
            <a:xfrm>
              <a:off x="7937231" y="0"/>
              <a:ext cx="3092220" cy="147331"/>
              <a:chOff x="0" y="0"/>
              <a:chExt cx="610809" cy="29102"/>
            </a:xfrm>
          </p:grpSpPr>
          <p:sp>
            <p:nvSpPr>
              <p:cNvPr id="16" name="Freeform 16"/>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sp>
          <p:sp>
            <p:nvSpPr>
              <p:cNvPr id="17" name="TextBox 17"/>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18" name="Group 18"/>
            <p:cNvGrpSpPr/>
            <p:nvPr/>
          </p:nvGrpSpPr>
          <p:grpSpPr>
            <a:xfrm>
              <a:off x="11905941" y="0"/>
              <a:ext cx="3092220" cy="147331"/>
              <a:chOff x="0" y="0"/>
              <a:chExt cx="610809" cy="29102"/>
            </a:xfrm>
          </p:grpSpPr>
          <p:sp>
            <p:nvSpPr>
              <p:cNvPr id="19" name="Freeform 19"/>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sp>
          <p:sp>
            <p:nvSpPr>
              <p:cNvPr id="20" name="TextBox 20"/>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21" name="Group 21"/>
            <p:cNvGrpSpPr/>
            <p:nvPr/>
          </p:nvGrpSpPr>
          <p:grpSpPr>
            <a:xfrm>
              <a:off x="15847313" y="0"/>
              <a:ext cx="3092220" cy="147331"/>
              <a:chOff x="0" y="0"/>
              <a:chExt cx="610809" cy="29102"/>
            </a:xfrm>
          </p:grpSpPr>
          <p:sp>
            <p:nvSpPr>
              <p:cNvPr id="22" name="Freeform 22"/>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sp>
          <p:sp>
            <p:nvSpPr>
              <p:cNvPr id="23" name="TextBox 23"/>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24" name="Group 24"/>
            <p:cNvGrpSpPr/>
            <p:nvPr/>
          </p:nvGrpSpPr>
          <p:grpSpPr>
            <a:xfrm>
              <a:off x="19816024" y="0"/>
              <a:ext cx="3092220" cy="147331"/>
              <a:chOff x="0" y="0"/>
              <a:chExt cx="610809" cy="29102"/>
            </a:xfrm>
          </p:grpSpPr>
          <p:sp>
            <p:nvSpPr>
              <p:cNvPr id="25" name="Freeform 25"/>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sp>
          <p:sp>
            <p:nvSpPr>
              <p:cNvPr id="26" name="TextBox 26"/>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sp>
        <p:nvSpPr>
          <p:cNvPr id="27" name="Freeform 27"/>
          <p:cNvSpPr/>
          <p:nvPr/>
        </p:nvSpPr>
        <p:spPr>
          <a:xfrm flipH="1">
            <a:off x="9880305" y="7413794"/>
            <a:ext cx="8250348" cy="2625111"/>
          </a:xfrm>
          <a:custGeom>
            <a:avLst/>
            <a:gdLst/>
            <a:ahLst/>
            <a:cxnLst/>
            <a:rect l="l" t="t" r="r" b="b"/>
            <a:pathLst>
              <a:path w="8250348" h="2625111">
                <a:moveTo>
                  <a:pt x="8250348" y="0"/>
                </a:moveTo>
                <a:lnTo>
                  <a:pt x="0" y="0"/>
                </a:lnTo>
                <a:lnTo>
                  <a:pt x="0" y="2625111"/>
                </a:lnTo>
                <a:lnTo>
                  <a:pt x="8250348" y="2625111"/>
                </a:lnTo>
                <a:lnTo>
                  <a:pt x="8250348"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8" name="Freeform 28"/>
          <p:cNvSpPr/>
          <p:nvPr/>
        </p:nvSpPr>
        <p:spPr>
          <a:xfrm>
            <a:off x="1127577" y="3320833"/>
            <a:ext cx="778068" cy="4425029"/>
          </a:xfrm>
          <a:custGeom>
            <a:avLst/>
            <a:gdLst/>
            <a:ahLst/>
            <a:cxnLst/>
            <a:rect l="l" t="t" r="r" b="b"/>
            <a:pathLst>
              <a:path w="778068" h="4425029">
                <a:moveTo>
                  <a:pt x="0" y="0"/>
                </a:moveTo>
                <a:lnTo>
                  <a:pt x="778068" y="0"/>
                </a:lnTo>
                <a:lnTo>
                  <a:pt x="778068" y="4425029"/>
                </a:lnTo>
                <a:lnTo>
                  <a:pt x="0" y="4425029"/>
                </a:lnTo>
                <a:lnTo>
                  <a:pt x="0" y="0"/>
                </a:lnTo>
                <a:close/>
              </a:path>
            </a:pathLst>
          </a:custGeom>
          <a:blipFill>
            <a:blip r:embed="rId8"/>
            <a:stretch>
              <a:fillRect/>
            </a:stretch>
          </a:blipFill>
        </p:spPr>
      </p:sp>
      <p:sp>
        <p:nvSpPr>
          <p:cNvPr id="29" name="TextBox 29"/>
          <p:cNvSpPr txBox="1"/>
          <p:nvPr/>
        </p:nvSpPr>
        <p:spPr>
          <a:xfrm>
            <a:off x="2937954" y="1504540"/>
            <a:ext cx="13884702" cy="1952300"/>
          </a:xfrm>
          <a:prstGeom prst="rect">
            <a:avLst/>
          </a:prstGeom>
        </p:spPr>
        <p:txBody>
          <a:bodyPr lIns="0" tIns="0" rIns="0" bIns="0" rtlCol="0" anchor="t">
            <a:spAutoFit/>
          </a:bodyPr>
          <a:lstStyle/>
          <a:p>
            <a:pPr marL="0" lvl="0" indent="0" algn="ctr">
              <a:lnSpc>
                <a:spcPts val="12416"/>
              </a:lnSpc>
              <a:spcBef>
                <a:spcPct val="0"/>
              </a:spcBef>
            </a:pPr>
            <a:r>
              <a:rPr lang="en-US" sz="16555">
                <a:solidFill>
                  <a:srgbClr val="FFFFFF"/>
                </a:solidFill>
                <a:latin typeface="Cubao"/>
                <a:ea typeface="Cubao"/>
                <a:cs typeface="Cubao"/>
                <a:sym typeface="Cubao"/>
              </a:rPr>
              <a:t>KESIMPULAN</a:t>
            </a:r>
          </a:p>
        </p:txBody>
      </p:sp>
      <p:sp>
        <p:nvSpPr>
          <p:cNvPr id="30" name="Freeform 30"/>
          <p:cNvSpPr/>
          <p:nvPr/>
        </p:nvSpPr>
        <p:spPr>
          <a:xfrm rot="1574474">
            <a:off x="1469179" y="1742224"/>
            <a:ext cx="323464" cy="308100"/>
          </a:xfrm>
          <a:custGeom>
            <a:avLst/>
            <a:gdLst/>
            <a:ahLst/>
            <a:cxnLst/>
            <a:rect l="l" t="t" r="r" b="b"/>
            <a:pathLst>
              <a:path w="323464" h="308100">
                <a:moveTo>
                  <a:pt x="0" y="0"/>
                </a:moveTo>
                <a:lnTo>
                  <a:pt x="323464" y="0"/>
                </a:lnTo>
                <a:lnTo>
                  <a:pt x="323464" y="308099"/>
                </a:lnTo>
                <a:lnTo>
                  <a:pt x="0" y="308099"/>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31" name="Freeform 31"/>
          <p:cNvSpPr/>
          <p:nvPr/>
        </p:nvSpPr>
        <p:spPr>
          <a:xfrm rot="-795656">
            <a:off x="16468167" y="3248662"/>
            <a:ext cx="323464" cy="308100"/>
          </a:xfrm>
          <a:custGeom>
            <a:avLst/>
            <a:gdLst/>
            <a:ahLst/>
            <a:cxnLst/>
            <a:rect l="l" t="t" r="r" b="b"/>
            <a:pathLst>
              <a:path w="323464" h="308100">
                <a:moveTo>
                  <a:pt x="0" y="0"/>
                </a:moveTo>
                <a:lnTo>
                  <a:pt x="323464" y="0"/>
                </a:lnTo>
                <a:lnTo>
                  <a:pt x="323464" y="308099"/>
                </a:lnTo>
                <a:lnTo>
                  <a:pt x="0" y="308099"/>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32" name="Freeform 32"/>
          <p:cNvSpPr/>
          <p:nvPr/>
        </p:nvSpPr>
        <p:spPr>
          <a:xfrm rot="-795656">
            <a:off x="5634223" y="975557"/>
            <a:ext cx="323464" cy="308100"/>
          </a:xfrm>
          <a:custGeom>
            <a:avLst/>
            <a:gdLst/>
            <a:ahLst/>
            <a:cxnLst/>
            <a:rect l="l" t="t" r="r" b="b"/>
            <a:pathLst>
              <a:path w="323464" h="308100">
                <a:moveTo>
                  <a:pt x="0" y="0"/>
                </a:moveTo>
                <a:lnTo>
                  <a:pt x="323465" y="0"/>
                </a:lnTo>
                <a:lnTo>
                  <a:pt x="323465" y="308099"/>
                </a:lnTo>
                <a:lnTo>
                  <a:pt x="0" y="308099"/>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33" name="Freeform 33"/>
          <p:cNvSpPr/>
          <p:nvPr/>
        </p:nvSpPr>
        <p:spPr>
          <a:xfrm rot="-795656">
            <a:off x="12163516" y="1100914"/>
            <a:ext cx="127239" cy="121195"/>
          </a:xfrm>
          <a:custGeom>
            <a:avLst/>
            <a:gdLst/>
            <a:ahLst/>
            <a:cxnLst/>
            <a:rect l="l" t="t" r="r" b="b"/>
            <a:pathLst>
              <a:path w="127239" h="121195">
                <a:moveTo>
                  <a:pt x="0" y="0"/>
                </a:moveTo>
                <a:lnTo>
                  <a:pt x="127239" y="0"/>
                </a:lnTo>
                <a:lnTo>
                  <a:pt x="127239" y="121195"/>
                </a:lnTo>
                <a:lnTo>
                  <a:pt x="0" y="121195"/>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grpSp>
        <p:nvGrpSpPr>
          <p:cNvPr id="34" name="Group 34"/>
          <p:cNvGrpSpPr/>
          <p:nvPr/>
        </p:nvGrpSpPr>
        <p:grpSpPr>
          <a:xfrm>
            <a:off x="3051157" y="3215670"/>
            <a:ext cx="11173769" cy="3863192"/>
            <a:chOff x="0" y="0"/>
            <a:chExt cx="2942886" cy="1017466"/>
          </a:xfrm>
        </p:grpSpPr>
        <p:sp>
          <p:nvSpPr>
            <p:cNvPr id="35" name="Freeform 35"/>
            <p:cNvSpPr/>
            <p:nvPr/>
          </p:nvSpPr>
          <p:spPr>
            <a:xfrm>
              <a:off x="0" y="0"/>
              <a:ext cx="2942886" cy="1017466"/>
            </a:xfrm>
            <a:custGeom>
              <a:avLst/>
              <a:gdLst/>
              <a:ahLst/>
              <a:cxnLst/>
              <a:rect l="l" t="t" r="r" b="b"/>
              <a:pathLst>
                <a:path w="2942886" h="1017466">
                  <a:moveTo>
                    <a:pt x="18707" y="0"/>
                  </a:moveTo>
                  <a:lnTo>
                    <a:pt x="2924178" y="0"/>
                  </a:lnTo>
                  <a:cubicBezTo>
                    <a:pt x="2934510" y="0"/>
                    <a:pt x="2942886" y="8376"/>
                    <a:pt x="2942886" y="18707"/>
                  </a:cubicBezTo>
                  <a:lnTo>
                    <a:pt x="2942886" y="998759"/>
                  </a:lnTo>
                  <a:cubicBezTo>
                    <a:pt x="2942886" y="1003720"/>
                    <a:pt x="2940915" y="1008479"/>
                    <a:pt x="2937406" y="1011987"/>
                  </a:cubicBezTo>
                  <a:cubicBezTo>
                    <a:pt x="2933898" y="1015495"/>
                    <a:pt x="2929140" y="1017466"/>
                    <a:pt x="2924178" y="1017466"/>
                  </a:cubicBezTo>
                  <a:lnTo>
                    <a:pt x="18707" y="1017466"/>
                  </a:lnTo>
                  <a:cubicBezTo>
                    <a:pt x="8376" y="1017466"/>
                    <a:pt x="0" y="1009091"/>
                    <a:pt x="0" y="998759"/>
                  </a:cubicBezTo>
                  <a:lnTo>
                    <a:pt x="0" y="18707"/>
                  </a:lnTo>
                  <a:cubicBezTo>
                    <a:pt x="0" y="8376"/>
                    <a:pt x="8376" y="0"/>
                    <a:pt x="18707" y="0"/>
                  </a:cubicBezTo>
                  <a:close/>
                </a:path>
              </a:pathLst>
            </a:custGeom>
            <a:solidFill>
              <a:srgbClr val="FFFFFF"/>
            </a:solidFill>
          </p:spPr>
        </p:sp>
        <p:sp>
          <p:nvSpPr>
            <p:cNvPr id="36" name="TextBox 36"/>
            <p:cNvSpPr txBox="1"/>
            <p:nvPr/>
          </p:nvSpPr>
          <p:spPr>
            <a:xfrm>
              <a:off x="0" y="-38100"/>
              <a:ext cx="2942886" cy="1055566"/>
            </a:xfrm>
            <a:prstGeom prst="rect">
              <a:avLst/>
            </a:prstGeom>
          </p:spPr>
          <p:txBody>
            <a:bodyPr lIns="50800" tIns="50800" rIns="50800" bIns="50800" rtlCol="0" anchor="ctr"/>
            <a:lstStyle/>
            <a:p>
              <a:pPr algn="ctr">
                <a:lnSpc>
                  <a:spcPts val="2659"/>
                </a:lnSpc>
              </a:pPr>
              <a:endParaRPr/>
            </a:p>
          </p:txBody>
        </p:sp>
      </p:grpSp>
      <p:sp>
        <p:nvSpPr>
          <p:cNvPr id="37" name="TextBox 37"/>
          <p:cNvSpPr txBox="1"/>
          <p:nvPr/>
        </p:nvSpPr>
        <p:spPr>
          <a:xfrm>
            <a:off x="3792412" y="3341919"/>
            <a:ext cx="9476762" cy="3191511"/>
          </a:xfrm>
          <a:prstGeom prst="rect">
            <a:avLst/>
          </a:prstGeom>
        </p:spPr>
        <p:txBody>
          <a:bodyPr lIns="0" tIns="0" rIns="0" bIns="0" rtlCol="0" anchor="t">
            <a:spAutoFit/>
          </a:bodyPr>
          <a:lstStyle/>
          <a:p>
            <a:pPr algn="ctr">
              <a:lnSpc>
                <a:spcPts val="3639"/>
              </a:lnSpc>
              <a:spcBef>
                <a:spcPct val="0"/>
              </a:spcBef>
            </a:pPr>
            <a:r>
              <a:rPr lang="en-US" sz="2599">
                <a:solidFill>
                  <a:srgbClr val="010109"/>
                </a:solidFill>
                <a:latin typeface="Canva Sans"/>
                <a:ea typeface="Canva Sans"/>
                <a:cs typeface="Canva Sans"/>
                <a:sym typeface="Canva Sans"/>
              </a:rPr>
              <a:t>Aplikasi Rental Mobil berbasis Java berhasil dibuat dengan fitur login, dashboard, pengelolaan data mobil, data pelanggan, dan transaksi rental. Aplikasi ini dapat membantu proses penyewaan mobil menjadi lebih efektif dan terorganisir. Ke depannya, fitur laporan akan dikembangkan agar sistem menjadi lebih lengkap dan optimal dalam pengelolaan data rental mobil.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49</TotalTime>
  <Words>609</Words>
  <Application>Microsoft Office PowerPoint</Application>
  <PresentationFormat>Custom</PresentationFormat>
  <Paragraphs>71</Paragraphs>
  <Slides>10</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10</vt:i4>
      </vt:variant>
    </vt:vector>
  </HeadingPairs>
  <TitlesOfParts>
    <vt:vector size="19" baseType="lpstr">
      <vt:lpstr>Arial</vt:lpstr>
      <vt:lpstr>Cubao</vt:lpstr>
      <vt:lpstr>MS Reference Sans Serif</vt:lpstr>
      <vt:lpstr>Canva Sans</vt:lpstr>
      <vt:lpstr>Calibri</vt:lpstr>
      <vt:lpstr>MV Boli</vt:lpstr>
      <vt:lpstr>Bookman Old Style</vt:lpstr>
      <vt:lpstr>MS Gothic</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Dins</dc:title>
  <dc:creator>ACER</dc:creator>
  <cp:lastModifiedBy>dinda permatasari</cp:lastModifiedBy>
  <cp:revision>7</cp:revision>
  <dcterms:created xsi:type="dcterms:W3CDTF">2006-08-16T00:00:00Z</dcterms:created>
  <dcterms:modified xsi:type="dcterms:W3CDTF">2026-06-27T05:09:18Z</dcterms:modified>
  <dc:identifier>DAHMawH_Bv0</dc:identifier>
</cp:coreProperties>
</file>